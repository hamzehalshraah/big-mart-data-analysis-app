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2" r:id="rId7"/>
    <p:sldId id="260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6.svg"/><Relationship Id="rId4" Type="http://schemas.openxmlformats.org/officeDocument/2006/relationships/image" Target="../media/image12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6.svg"/><Relationship Id="rId4" Type="http://schemas.openxmlformats.org/officeDocument/2006/relationships/image" Target="../media/image12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2CE40F-AE77-421A-928F-8E36CEF00A6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891D69-4997-476A-8097-0B0022016C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more than one checkbox is selected, a warning appears:</a:t>
          </a:r>
        </a:p>
      </dgm:t>
    </dgm:pt>
    <dgm:pt modelId="{F5B490A2-9764-4D1F-B001-E2F13D51B96E}" type="parTrans" cxnId="{6C452828-C17A-498E-84C8-67C7E901A677}">
      <dgm:prSet/>
      <dgm:spPr/>
      <dgm:t>
        <a:bodyPr/>
        <a:lstStyle/>
        <a:p>
          <a:endParaRPr lang="en-US"/>
        </a:p>
      </dgm:t>
    </dgm:pt>
    <dgm:pt modelId="{E0E785D2-BC49-49CD-96C2-8FB49C43367B}" type="sibTrans" cxnId="{6C452828-C17A-498E-84C8-67C7E901A677}">
      <dgm:prSet/>
      <dgm:spPr/>
      <dgm:t>
        <a:bodyPr/>
        <a:lstStyle/>
        <a:p>
          <a:endParaRPr lang="en-US"/>
        </a:p>
      </dgm:t>
    </dgm:pt>
    <dgm:pt modelId="{876F6609-8505-420E-93DC-363B4A667F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“There is an error in the selection, please select only one option.”</a:t>
          </a:r>
        </a:p>
      </dgm:t>
    </dgm:pt>
    <dgm:pt modelId="{F714A1F2-6A5E-4CFF-B305-9E4D701D214E}" type="parTrans" cxnId="{8B8F7A0B-E4AC-4771-BEA6-06CADF717132}">
      <dgm:prSet/>
      <dgm:spPr/>
      <dgm:t>
        <a:bodyPr/>
        <a:lstStyle/>
        <a:p>
          <a:endParaRPr lang="en-US"/>
        </a:p>
      </dgm:t>
    </dgm:pt>
    <dgm:pt modelId="{23C9E5B6-0AF9-4FD5-A648-F33BC7494A1A}" type="sibTrans" cxnId="{8B8F7A0B-E4AC-4771-BEA6-06CADF717132}">
      <dgm:prSet/>
      <dgm:spPr/>
      <dgm:t>
        <a:bodyPr/>
        <a:lstStyle/>
        <a:p>
          <a:endParaRPr lang="en-US"/>
        </a:p>
      </dgm:t>
    </dgm:pt>
    <dgm:pt modelId="{2DA73FA6-338B-4807-943B-3295BD7B9C6C}" type="pres">
      <dgm:prSet presAssocID="{C92CE40F-AE77-421A-928F-8E36CEF00A63}" presName="root" presStyleCnt="0">
        <dgm:presLayoutVars>
          <dgm:dir/>
          <dgm:resizeHandles val="exact"/>
        </dgm:presLayoutVars>
      </dgm:prSet>
      <dgm:spPr/>
    </dgm:pt>
    <dgm:pt modelId="{71596EEB-2088-4B13-96E4-1B9F30F6DB39}" type="pres">
      <dgm:prSet presAssocID="{F5891D69-4997-476A-8097-0B0022016C11}" presName="compNode" presStyleCnt="0"/>
      <dgm:spPr/>
    </dgm:pt>
    <dgm:pt modelId="{D52EFF29-8F33-4ACD-8BA2-D6ED14283057}" type="pres">
      <dgm:prSet presAssocID="{F5891D69-4997-476A-8097-0B0022016C11}" presName="bgRect" presStyleLbl="bgShp" presStyleIdx="0" presStyleCnt="2"/>
      <dgm:spPr/>
    </dgm:pt>
    <dgm:pt modelId="{95AFC094-115E-4878-A639-3F545A5B984B}" type="pres">
      <dgm:prSet presAssocID="{F5891D69-4997-476A-8097-0B0022016C1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8FC02C0-DBE9-4189-AC5E-DE32485B680A}" type="pres">
      <dgm:prSet presAssocID="{F5891D69-4997-476A-8097-0B0022016C11}" presName="spaceRect" presStyleCnt="0"/>
      <dgm:spPr/>
    </dgm:pt>
    <dgm:pt modelId="{5AA23F0E-4CDF-4F10-8361-7CC9D622D297}" type="pres">
      <dgm:prSet presAssocID="{F5891D69-4997-476A-8097-0B0022016C11}" presName="parTx" presStyleLbl="revTx" presStyleIdx="0" presStyleCnt="2">
        <dgm:presLayoutVars>
          <dgm:chMax val="0"/>
          <dgm:chPref val="0"/>
        </dgm:presLayoutVars>
      </dgm:prSet>
      <dgm:spPr/>
    </dgm:pt>
    <dgm:pt modelId="{AA724BCA-DA4A-4BE0-BB8E-760C52B6F9CD}" type="pres">
      <dgm:prSet presAssocID="{E0E785D2-BC49-49CD-96C2-8FB49C43367B}" presName="sibTrans" presStyleCnt="0"/>
      <dgm:spPr/>
    </dgm:pt>
    <dgm:pt modelId="{7703C121-1EBF-4DFC-858C-2E48E9D88547}" type="pres">
      <dgm:prSet presAssocID="{876F6609-8505-420E-93DC-363B4A667F54}" presName="compNode" presStyleCnt="0"/>
      <dgm:spPr/>
    </dgm:pt>
    <dgm:pt modelId="{3005D8D3-5C8D-442E-B3BC-502FC5B82F6C}" type="pres">
      <dgm:prSet presAssocID="{876F6609-8505-420E-93DC-363B4A667F54}" presName="bgRect" presStyleLbl="bgShp" presStyleIdx="1" presStyleCnt="2"/>
      <dgm:spPr/>
    </dgm:pt>
    <dgm:pt modelId="{74EB3081-F1D9-4C40-8EF3-938AFAC4B32B}" type="pres">
      <dgm:prSet presAssocID="{876F6609-8505-420E-93DC-363B4A667F5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8F8C1889-BC7C-46C2-962A-5FBE8C0FEBFD}" type="pres">
      <dgm:prSet presAssocID="{876F6609-8505-420E-93DC-363B4A667F54}" presName="spaceRect" presStyleCnt="0"/>
      <dgm:spPr/>
    </dgm:pt>
    <dgm:pt modelId="{03D72ED2-624C-410A-BDFE-A16336DD1744}" type="pres">
      <dgm:prSet presAssocID="{876F6609-8505-420E-93DC-363B4A667F5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B8F7A0B-E4AC-4771-BEA6-06CADF717132}" srcId="{C92CE40F-AE77-421A-928F-8E36CEF00A63}" destId="{876F6609-8505-420E-93DC-363B4A667F54}" srcOrd="1" destOrd="0" parTransId="{F714A1F2-6A5E-4CFF-B305-9E4D701D214E}" sibTransId="{23C9E5B6-0AF9-4FD5-A648-F33BC7494A1A}"/>
    <dgm:cxn modelId="{6C452828-C17A-498E-84C8-67C7E901A677}" srcId="{C92CE40F-AE77-421A-928F-8E36CEF00A63}" destId="{F5891D69-4997-476A-8097-0B0022016C11}" srcOrd="0" destOrd="0" parTransId="{F5B490A2-9764-4D1F-B001-E2F13D51B96E}" sibTransId="{E0E785D2-BC49-49CD-96C2-8FB49C43367B}"/>
    <dgm:cxn modelId="{39AE6132-482C-4180-ADB6-7847A93679D4}" type="presOf" srcId="{F5891D69-4997-476A-8097-0B0022016C11}" destId="{5AA23F0E-4CDF-4F10-8361-7CC9D622D297}" srcOrd="0" destOrd="0" presId="urn:microsoft.com/office/officeart/2018/2/layout/IconVerticalSolidList"/>
    <dgm:cxn modelId="{35E86B36-5C29-43D1-9ED5-FC74E9A02905}" type="presOf" srcId="{876F6609-8505-420E-93DC-363B4A667F54}" destId="{03D72ED2-624C-410A-BDFE-A16336DD1744}" srcOrd="0" destOrd="0" presId="urn:microsoft.com/office/officeart/2018/2/layout/IconVerticalSolidList"/>
    <dgm:cxn modelId="{E97DCAA6-632B-421A-BB4B-1F70BEF31657}" type="presOf" srcId="{C92CE40F-AE77-421A-928F-8E36CEF00A63}" destId="{2DA73FA6-338B-4807-943B-3295BD7B9C6C}" srcOrd="0" destOrd="0" presId="urn:microsoft.com/office/officeart/2018/2/layout/IconVerticalSolidList"/>
    <dgm:cxn modelId="{A84EEBD0-A425-4D70-B2E8-ACAD44762ABD}" type="presParOf" srcId="{2DA73FA6-338B-4807-943B-3295BD7B9C6C}" destId="{71596EEB-2088-4B13-96E4-1B9F30F6DB39}" srcOrd="0" destOrd="0" presId="urn:microsoft.com/office/officeart/2018/2/layout/IconVerticalSolidList"/>
    <dgm:cxn modelId="{663B15FD-F9E0-4199-8358-7AFEA23F901C}" type="presParOf" srcId="{71596EEB-2088-4B13-96E4-1B9F30F6DB39}" destId="{D52EFF29-8F33-4ACD-8BA2-D6ED14283057}" srcOrd="0" destOrd="0" presId="urn:microsoft.com/office/officeart/2018/2/layout/IconVerticalSolidList"/>
    <dgm:cxn modelId="{2E3DE226-E362-40A1-B1A2-A2283B870D6B}" type="presParOf" srcId="{71596EEB-2088-4B13-96E4-1B9F30F6DB39}" destId="{95AFC094-115E-4878-A639-3F545A5B984B}" srcOrd="1" destOrd="0" presId="urn:microsoft.com/office/officeart/2018/2/layout/IconVerticalSolidList"/>
    <dgm:cxn modelId="{692F1532-0B21-40FD-9F5A-25AD2C905E31}" type="presParOf" srcId="{71596EEB-2088-4B13-96E4-1B9F30F6DB39}" destId="{C8FC02C0-DBE9-4189-AC5E-DE32485B680A}" srcOrd="2" destOrd="0" presId="urn:microsoft.com/office/officeart/2018/2/layout/IconVerticalSolidList"/>
    <dgm:cxn modelId="{E1426DF6-3633-4873-850E-44D97919A209}" type="presParOf" srcId="{71596EEB-2088-4B13-96E4-1B9F30F6DB39}" destId="{5AA23F0E-4CDF-4F10-8361-7CC9D622D297}" srcOrd="3" destOrd="0" presId="urn:microsoft.com/office/officeart/2018/2/layout/IconVerticalSolidList"/>
    <dgm:cxn modelId="{C3315EFD-A63B-4482-B8F6-5BBD69EDAFD5}" type="presParOf" srcId="{2DA73FA6-338B-4807-943B-3295BD7B9C6C}" destId="{AA724BCA-DA4A-4BE0-BB8E-760C52B6F9CD}" srcOrd="1" destOrd="0" presId="urn:microsoft.com/office/officeart/2018/2/layout/IconVerticalSolidList"/>
    <dgm:cxn modelId="{0C54822C-A8D3-4A02-A8F8-4CB941474679}" type="presParOf" srcId="{2DA73FA6-338B-4807-943B-3295BD7B9C6C}" destId="{7703C121-1EBF-4DFC-858C-2E48E9D88547}" srcOrd="2" destOrd="0" presId="urn:microsoft.com/office/officeart/2018/2/layout/IconVerticalSolidList"/>
    <dgm:cxn modelId="{ADDA9FD1-634F-4ACC-BE2B-69052AEE400F}" type="presParOf" srcId="{7703C121-1EBF-4DFC-858C-2E48E9D88547}" destId="{3005D8D3-5C8D-442E-B3BC-502FC5B82F6C}" srcOrd="0" destOrd="0" presId="urn:microsoft.com/office/officeart/2018/2/layout/IconVerticalSolidList"/>
    <dgm:cxn modelId="{839539A8-1E20-4078-8B27-80B98F4658BD}" type="presParOf" srcId="{7703C121-1EBF-4DFC-858C-2E48E9D88547}" destId="{74EB3081-F1D9-4C40-8EF3-938AFAC4B32B}" srcOrd="1" destOrd="0" presId="urn:microsoft.com/office/officeart/2018/2/layout/IconVerticalSolidList"/>
    <dgm:cxn modelId="{385473E9-869B-4965-ABE7-02722D2F2BA4}" type="presParOf" srcId="{7703C121-1EBF-4DFC-858C-2E48E9D88547}" destId="{8F8C1889-BC7C-46C2-962A-5FBE8C0FEBFD}" srcOrd="2" destOrd="0" presId="urn:microsoft.com/office/officeart/2018/2/layout/IconVerticalSolidList"/>
    <dgm:cxn modelId="{72FBCE56-E228-424A-92D6-8C67B481C00E}" type="presParOf" srcId="{7703C121-1EBF-4DFC-858C-2E48E9D88547}" destId="{03D72ED2-624C-410A-BDFE-A16336DD17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A89628-4A7E-4647-A576-F6770F7C83B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EF6CCC-6AD3-405C-B1A6-A0B7ACB21011}">
      <dgm:prSet/>
      <dgm:spPr/>
      <dgm:t>
        <a:bodyPr/>
        <a:lstStyle/>
        <a:p>
          <a:r>
            <a:rPr lang="en-US"/>
            <a:t>The app includes several checkboxes that control which analysis to run:</a:t>
          </a:r>
        </a:p>
      </dgm:t>
    </dgm:pt>
    <dgm:pt modelId="{81E260BD-7CEF-4900-AA63-38037D316DA6}" type="parTrans" cxnId="{7FCFEF72-BBE9-4F8C-87FA-7FF298CB40E4}">
      <dgm:prSet/>
      <dgm:spPr/>
      <dgm:t>
        <a:bodyPr/>
        <a:lstStyle/>
        <a:p>
          <a:endParaRPr lang="en-US"/>
        </a:p>
      </dgm:t>
    </dgm:pt>
    <dgm:pt modelId="{FB61E70C-D519-42CB-977D-EB1301088CB3}" type="sibTrans" cxnId="{7FCFEF72-BBE9-4F8C-87FA-7FF298CB40E4}">
      <dgm:prSet/>
      <dgm:spPr/>
      <dgm:t>
        <a:bodyPr/>
        <a:lstStyle/>
        <a:p>
          <a:endParaRPr lang="en-US"/>
        </a:p>
      </dgm:t>
    </dgm:pt>
    <dgm:pt modelId="{FD032830-08A7-4A5E-B2A7-B61C3BFF6411}">
      <dgm:prSet/>
      <dgm:spPr/>
      <dgm:t>
        <a:bodyPr/>
        <a:lstStyle/>
        <a:p>
          <a:r>
            <a:rPr lang="en-US" b="1"/>
            <a:t>Info Dataset Big Mart</a:t>
          </a:r>
          <a:r>
            <a:rPr lang="en-US"/>
            <a:t> – Displays data shape, info, and data types.</a:t>
          </a:r>
        </a:p>
      </dgm:t>
    </dgm:pt>
    <dgm:pt modelId="{1D5BCA03-D552-4B29-8A7E-B525CF9AA580}" type="parTrans" cxnId="{7EB7FC68-4D13-4289-AF64-A7AB8226C50E}">
      <dgm:prSet/>
      <dgm:spPr/>
      <dgm:t>
        <a:bodyPr/>
        <a:lstStyle/>
        <a:p>
          <a:endParaRPr lang="en-US"/>
        </a:p>
      </dgm:t>
    </dgm:pt>
    <dgm:pt modelId="{6717A106-B1EB-4525-8AA2-179465227B65}" type="sibTrans" cxnId="{7EB7FC68-4D13-4289-AF64-A7AB8226C50E}">
      <dgm:prSet/>
      <dgm:spPr/>
      <dgm:t>
        <a:bodyPr/>
        <a:lstStyle/>
        <a:p>
          <a:endParaRPr lang="en-US"/>
        </a:p>
      </dgm:t>
    </dgm:pt>
    <dgm:pt modelId="{ED8010DD-085E-4E22-9F03-63F3ABCA3DF2}">
      <dgm:prSet/>
      <dgm:spPr/>
      <dgm:t>
        <a:bodyPr/>
        <a:lstStyle/>
        <a:p>
          <a:r>
            <a:rPr lang="en-US" b="1"/>
            <a:t>Describe Dataset</a:t>
          </a:r>
          <a:r>
            <a:rPr lang="en-US"/>
            <a:t> – Shows statistical summaries (mean, std, min, max, etc.).</a:t>
          </a:r>
        </a:p>
      </dgm:t>
    </dgm:pt>
    <dgm:pt modelId="{0B5ABF8D-FA77-42FF-8361-29B0F9D09704}" type="parTrans" cxnId="{80BA517D-B594-4D16-80DB-C32071779757}">
      <dgm:prSet/>
      <dgm:spPr/>
      <dgm:t>
        <a:bodyPr/>
        <a:lstStyle/>
        <a:p>
          <a:endParaRPr lang="en-US"/>
        </a:p>
      </dgm:t>
    </dgm:pt>
    <dgm:pt modelId="{8FA3B0C4-F7EB-4486-A1DC-87C1E9F95317}" type="sibTrans" cxnId="{80BA517D-B594-4D16-80DB-C32071779757}">
      <dgm:prSet/>
      <dgm:spPr/>
      <dgm:t>
        <a:bodyPr/>
        <a:lstStyle/>
        <a:p>
          <a:endParaRPr lang="en-US"/>
        </a:p>
      </dgm:t>
    </dgm:pt>
    <dgm:pt modelId="{3CEA41A7-EDB0-4545-9485-C02ACDB35929}">
      <dgm:prSet/>
      <dgm:spPr/>
      <dgm:t>
        <a:bodyPr/>
        <a:lstStyle/>
        <a:p>
          <a:r>
            <a:rPr lang="en-US" b="1"/>
            <a:t>Dataset Overview</a:t>
          </a:r>
          <a:r>
            <a:rPr lang="en-US"/>
            <a:t> – Displays the full dataset.</a:t>
          </a:r>
        </a:p>
      </dgm:t>
    </dgm:pt>
    <dgm:pt modelId="{A0AB97EC-BD52-4598-A71B-24D07A812C5A}" type="parTrans" cxnId="{9050936D-F646-48B8-95B0-EEF0A9A5D047}">
      <dgm:prSet/>
      <dgm:spPr/>
      <dgm:t>
        <a:bodyPr/>
        <a:lstStyle/>
        <a:p>
          <a:endParaRPr lang="en-US"/>
        </a:p>
      </dgm:t>
    </dgm:pt>
    <dgm:pt modelId="{F2616E27-DA91-47BB-9FB3-BCEDF4AFF7B5}" type="sibTrans" cxnId="{9050936D-F646-48B8-95B0-EEF0A9A5D047}">
      <dgm:prSet/>
      <dgm:spPr/>
      <dgm:t>
        <a:bodyPr/>
        <a:lstStyle/>
        <a:p>
          <a:endParaRPr lang="en-US"/>
        </a:p>
      </dgm:t>
    </dgm:pt>
    <dgm:pt modelId="{652D6B47-205B-4BFA-BF69-0FA2203A0C58}">
      <dgm:prSet/>
      <dgm:spPr/>
      <dgm:t>
        <a:bodyPr/>
        <a:lstStyle/>
        <a:p>
          <a:r>
            <a:rPr lang="en-US" b="1"/>
            <a:t>Handling Missing Values</a:t>
          </a:r>
          <a:r>
            <a:rPr lang="en-US"/>
            <a:t> – Cleans missing data.</a:t>
          </a:r>
        </a:p>
      </dgm:t>
    </dgm:pt>
    <dgm:pt modelId="{236E96D2-BC3B-43EE-B75F-00B6884926C1}" type="parTrans" cxnId="{978CDAE8-5429-4E0A-B637-8E73107C2EED}">
      <dgm:prSet/>
      <dgm:spPr/>
      <dgm:t>
        <a:bodyPr/>
        <a:lstStyle/>
        <a:p>
          <a:endParaRPr lang="en-US"/>
        </a:p>
      </dgm:t>
    </dgm:pt>
    <dgm:pt modelId="{4242A740-FD1E-4C4C-91C0-276D84524DBF}" type="sibTrans" cxnId="{978CDAE8-5429-4E0A-B637-8E73107C2EED}">
      <dgm:prSet/>
      <dgm:spPr/>
      <dgm:t>
        <a:bodyPr/>
        <a:lstStyle/>
        <a:p>
          <a:endParaRPr lang="en-US"/>
        </a:p>
      </dgm:t>
    </dgm:pt>
    <dgm:pt modelId="{F63FE264-8D5B-42F4-A1DE-02A8D04D3AFD}">
      <dgm:prSet/>
      <dgm:spPr/>
      <dgm:t>
        <a:bodyPr/>
        <a:lstStyle/>
        <a:p>
          <a:r>
            <a:rPr lang="en-US" b="1"/>
            <a:t>Statistical Outlier Analysis</a:t>
          </a:r>
          <a:r>
            <a:rPr lang="en-US"/>
            <a:t> – Detects and analyzes outliers.</a:t>
          </a:r>
        </a:p>
      </dgm:t>
    </dgm:pt>
    <dgm:pt modelId="{516E855F-39B7-479B-995F-B1D7E07675A9}" type="parTrans" cxnId="{91349EF0-7CE3-4BB8-9F31-5E36D7E2FDF4}">
      <dgm:prSet/>
      <dgm:spPr/>
      <dgm:t>
        <a:bodyPr/>
        <a:lstStyle/>
        <a:p>
          <a:endParaRPr lang="en-US"/>
        </a:p>
      </dgm:t>
    </dgm:pt>
    <dgm:pt modelId="{00D1073A-651F-409B-83AE-82F9E30EF974}" type="sibTrans" cxnId="{91349EF0-7CE3-4BB8-9F31-5E36D7E2FDF4}">
      <dgm:prSet/>
      <dgm:spPr/>
      <dgm:t>
        <a:bodyPr/>
        <a:lstStyle/>
        <a:p>
          <a:endParaRPr lang="en-US"/>
        </a:p>
      </dgm:t>
    </dgm:pt>
    <dgm:pt modelId="{B9FFD67A-D23D-40A6-9012-F6CA223E4246}">
      <dgm:prSet/>
      <dgm:spPr/>
      <dgm:t>
        <a:bodyPr/>
        <a:lstStyle/>
        <a:p>
          <a:r>
            <a:rPr lang="en-US" b="1"/>
            <a:t>Handling Data Type Category</a:t>
          </a:r>
          <a:r>
            <a:rPr lang="en-US"/>
            <a:t> – Converts categorical data to numeric.</a:t>
          </a:r>
        </a:p>
      </dgm:t>
    </dgm:pt>
    <dgm:pt modelId="{AB2FCFAA-C95F-4A53-961B-4497761CB900}" type="parTrans" cxnId="{AE7FFC03-37BB-4528-A7CC-5785E4B9424B}">
      <dgm:prSet/>
      <dgm:spPr/>
      <dgm:t>
        <a:bodyPr/>
        <a:lstStyle/>
        <a:p>
          <a:endParaRPr lang="en-US"/>
        </a:p>
      </dgm:t>
    </dgm:pt>
    <dgm:pt modelId="{803E5190-D5B8-4A01-9675-B76BA6B17FFB}" type="sibTrans" cxnId="{AE7FFC03-37BB-4528-A7CC-5785E4B9424B}">
      <dgm:prSet/>
      <dgm:spPr/>
      <dgm:t>
        <a:bodyPr/>
        <a:lstStyle/>
        <a:p>
          <a:endParaRPr lang="en-US"/>
        </a:p>
      </dgm:t>
    </dgm:pt>
    <dgm:pt modelId="{472BD5B3-913F-4C22-A14C-B8F1CC2527A8}">
      <dgm:prSet/>
      <dgm:spPr/>
      <dgm:t>
        <a:bodyPr/>
        <a:lstStyle/>
        <a:p>
          <a:r>
            <a:rPr lang="en-US" b="1"/>
            <a:t>Visualization Data Mart</a:t>
          </a:r>
          <a:r>
            <a:rPr lang="en-US"/>
            <a:t> – Displays various plots and charts.</a:t>
          </a:r>
        </a:p>
      </dgm:t>
    </dgm:pt>
    <dgm:pt modelId="{8C2D66CB-626A-40D6-BB2C-EA77E101E376}" type="parTrans" cxnId="{EF923AC8-67A5-4907-8C88-1F9DB2903050}">
      <dgm:prSet/>
      <dgm:spPr/>
      <dgm:t>
        <a:bodyPr/>
        <a:lstStyle/>
        <a:p>
          <a:endParaRPr lang="en-US"/>
        </a:p>
      </dgm:t>
    </dgm:pt>
    <dgm:pt modelId="{19BBAA9E-48FC-4185-B59D-C9E4F5329FF3}" type="sibTrans" cxnId="{EF923AC8-67A5-4907-8C88-1F9DB2903050}">
      <dgm:prSet/>
      <dgm:spPr/>
      <dgm:t>
        <a:bodyPr/>
        <a:lstStyle/>
        <a:p>
          <a:endParaRPr lang="en-US"/>
        </a:p>
      </dgm:t>
    </dgm:pt>
    <dgm:pt modelId="{89AE3F36-F7BE-4448-8EE2-CC73BA58D6C4}" type="pres">
      <dgm:prSet presAssocID="{F0A89628-4A7E-4647-A576-F6770F7C83B0}" presName="linear" presStyleCnt="0">
        <dgm:presLayoutVars>
          <dgm:animLvl val="lvl"/>
          <dgm:resizeHandles val="exact"/>
        </dgm:presLayoutVars>
      </dgm:prSet>
      <dgm:spPr/>
    </dgm:pt>
    <dgm:pt modelId="{A6757100-343C-43EF-BA0D-E66272E3D911}" type="pres">
      <dgm:prSet presAssocID="{A0EF6CCC-6AD3-405C-B1A6-A0B7ACB21011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D4A2ECBF-87E6-46BA-B843-4FDDC40741DD}" type="pres">
      <dgm:prSet presAssocID="{FB61E70C-D519-42CB-977D-EB1301088CB3}" presName="spacer" presStyleCnt="0"/>
      <dgm:spPr/>
    </dgm:pt>
    <dgm:pt modelId="{E9B9DB06-5E93-4929-B564-4058CAD51B73}" type="pres">
      <dgm:prSet presAssocID="{FD032830-08A7-4A5E-B2A7-B61C3BFF641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F9FE8DA8-4906-490F-AFE2-1C1166FDCC17}" type="pres">
      <dgm:prSet presAssocID="{6717A106-B1EB-4525-8AA2-179465227B65}" presName="spacer" presStyleCnt="0"/>
      <dgm:spPr/>
    </dgm:pt>
    <dgm:pt modelId="{457BC2EB-AB27-4A5B-A3A0-11B0607C3F1B}" type="pres">
      <dgm:prSet presAssocID="{ED8010DD-085E-4E22-9F03-63F3ABCA3DF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371344B5-8419-47AD-BBEF-6A3ACE12346E}" type="pres">
      <dgm:prSet presAssocID="{8FA3B0C4-F7EB-4486-A1DC-87C1E9F95317}" presName="spacer" presStyleCnt="0"/>
      <dgm:spPr/>
    </dgm:pt>
    <dgm:pt modelId="{E7CD50E1-6444-4CA1-BC58-127FAE08AE2B}" type="pres">
      <dgm:prSet presAssocID="{3CEA41A7-EDB0-4545-9485-C02ACDB35929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240F881D-D2AD-4832-B4E4-DDB7D4F1B787}" type="pres">
      <dgm:prSet presAssocID="{F2616E27-DA91-47BB-9FB3-BCEDF4AFF7B5}" presName="spacer" presStyleCnt="0"/>
      <dgm:spPr/>
    </dgm:pt>
    <dgm:pt modelId="{38C7C8AC-3E4A-40BD-A984-A21F3F549F2D}" type="pres">
      <dgm:prSet presAssocID="{652D6B47-205B-4BFA-BF69-0FA2203A0C58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14D3CB4A-93B1-432C-A91B-1A6E64E4DE48}" type="pres">
      <dgm:prSet presAssocID="{4242A740-FD1E-4C4C-91C0-276D84524DBF}" presName="spacer" presStyleCnt="0"/>
      <dgm:spPr/>
    </dgm:pt>
    <dgm:pt modelId="{9EFA5FF8-973A-46A8-86E0-A8F99B2EA91F}" type="pres">
      <dgm:prSet presAssocID="{F63FE264-8D5B-42F4-A1DE-02A8D04D3AFD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5071C69-1ECD-44C2-9A7B-B59DCB60231D}" type="pres">
      <dgm:prSet presAssocID="{00D1073A-651F-409B-83AE-82F9E30EF974}" presName="spacer" presStyleCnt="0"/>
      <dgm:spPr/>
    </dgm:pt>
    <dgm:pt modelId="{E43577F3-84E6-4858-936B-0C6F62B6AB82}" type="pres">
      <dgm:prSet presAssocID="{B9FFD67A-D23D-40A6-9012-F6CA223E4246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44DE9703-418E-49C4-BE0B-3F7BE3037E64}" type="pres">
      <dgm:prSet presAssocID="{803E5190-D5B8-4A01-9675-B76BA6B17FFB}" presName="spacer" presStyleCnt="0"/>
      <dgm:spPr/>
    </dgm:pt>
    <dgm:pt modelId="{5096C86F-6E23-4E42-8C99-E1FE7575CA38}" type="pres">
      <dgm:prSet presAssocID="{472BD5B3-913F-4C22-A14C-B8F1CC2527A8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AE7FFC03-37BB-4528-A7CC-5785E4B9424B}" srcId="{F0A89628-4A7E-4647-A576-F6770F7C83B0}" destId="{B9FFD67A-D23D-40A6-9012-F6CA223E4246}" srcOrd="6" destOrd="0" parTransId="{AB2FCFAA-C95F-4A53-961B-4497761CB900}" sibTransId="{803E5190-D5B8-4A01-9675-B76BA6B17FFB}"/>
    <dgm:cxn modelId="{0A9ABD17-E7BC-4F6B-A040-ECA260F5385B}" type="presOf" srcId="{F63FE264-8D5B-42F4-A1DE-02A8D04D3AFD}" destId="{9EFA5FF8-973A-46A8-86E0-A8F99B2EA91F}" srcOrd="0" destOrd="0" presId="urn:microsoft.com/office/officeart/2005/8/layout/vList2"/>
    <dgm:cxn modelId="{595A4C1F-DF0A-49F3-82B2-8FC50FCF83FC}" type="presOf" srcId="{A0EF6CCC-6AD3-405C-B1A6-A0B7ACB21011}" destId="{A6757100-343C-43EF-BA0D-E66272E3D911}" srcOrd="0" destOrd="0" presId="urn:microsoft.com/office/officeart/2005/8/layout/vList2"/>
    <dgm:cxn modelId="{89B66765-17CE-432A-8585-699DD27C7712}" type="presOf" srcId="{3CEA41A7-EDB0-4545-9485-C02ACDB35929}" destId="{E7CD50E1-6444-4CA1-BC58-127FAE08AE2B}" srcOrd="0" destOrd="0" presId="urn:microsoft.com/office/officeart/2005/8/layout/vList2"/>
    <dgm:cxn modelId="{7EB7FC68-4D13-4289-AF64-A7AB8226C50E}" srcId="{F0A89628-4A7E-4647-A576-F6770F7C83B0}" destId="{FD032830-08A7-4A5E-B2A7-B61C3BFF6411}" srcOrd="1" destOrd="0" parTransId="{1D5BCA03-D552-4B29-8A7E-B525CF9AA580}" sibTransId="{6717A106-B1EB-4525-8AA2-179465227B65}"/>
    <dgm:cxn modelId="{9050936D-F646-48B8-95B0-EEF0A9A5D047}" srcId="{F0A89628-4A7E-4647-A576-F6770F7C83B0}" destId="{3CEA41A7-EDB0-4545-9485-C02ACDB35929}" srcOrd="3" destOrd="0" parTransId="{A0AB97EC-BD52-4598-A71B-24D07A812C5A}" sibTransId="{F2616E27-DA91-47BB-9FB3-BCEDF4AFF7B5}"/>
    <dgm:cxn modelId="{7FCFEF72-BBE9-4F8C-87FA-7FF298CB40E4}" srcId="{F0A89628-4A7E-4647-A576-F6770F7C83B0}" destId="{A0EF6CCC-6AD3-405C-B1A6-A0B7ACB21011}" srcOrd="0" destOrd="0" parTransId="{81E260BD-7CEF-4900-AA63-38037D316DA6}" sibTransId="{FB61E70C-D519-42CB-977D-EB1301088CB3}"/>
    <dgm:cxn modelId="{80BA517D-B594-4D16-80DB-C32071779757}" srcId="{F0A89628-4A7E-4647-A576-F6770F7C83B0}" destId="{ED8010DD-085E-4E22-9F03-63F3ABCA3DF2}" srcOrd="2" destOrd="0" parTransId="{0B5ABF8D-FA77-42FF-8361-29B0F9D09704}" sibTransId="{8FA3B0C4-F7EB-4486-A1DC-87C1E9F95317}"/>
    <dgm:cxn modelId="{84590399-6619-4A1A-81E1-A7504126147F}" type="presOf" srcId="{B9FFD67A-D23D-40A6-9012-F6CA223E4246}" destId="{E43577F3-84E6-4858-936B-0C6F62B6AB82}" srcOrd="0" destOrd="0" presId="urn:microsoft.com/office/officeart/2005/8/layout/vList2"/>
    <dgm:cxn modelId="{DF38C5AD-E39B-4257-95FC-A0F273E608A0}" type="presOf" srcId="{472BD5B3-913F-4C22-A14C-B8F1CC2527A8}" destId="{5096C86F-6E23-4E42-8C99-E1FE7575CA38}" srcOrd="0" destOrd="0" presId="urn:microsoft.com/office/officeart/2005/8/layout/vList2"/>
    <dgm:cxn modelId="{DA1656BD-7EEA-4F14-BE6C-F1ECDE2CF0B5}" type="presOf" srcId="{ED8010DD-085E-4E22-9F03-63F3ABCA3DF2}" destId="{457BC2EB-AB27-4A5B-A3A0-11B0607C3F1B}" srcOrd="0" destOrd="0" presId="urn:microsoft.com/office/officeart/2005/8/layout/vList2"/>
    <dgm:cxn modelId="{EF923AC8-67A5-4907-8C88-1F9DB2903050}" srcId="{F0A89628-4A7E-4647-A576-F6770F7C83B0}" destId="{472BD5B3-913F-4C22-A14C-B8F1CC2527A8}" srcOrd="7" destOrd="0" parTransId="{8C2D66CB-626A-40D6-BB2C-EA77E101E376}" sibTransId="{19BBAA9E-48FC-4185-B59D-C9E4F5329FF3}"/>
    <dgm:cxn modelId="{0EFA5AC9-8AB9-419D-AB4F-05D89E643EAB}" type="presOf" srcId="{652D6B47-205B-4BFA-BF69-0FA2203A0C58}" destId="{38C7C8AC-3E4A-40BD-A984-A21F3F549F2D}" srcOrd="0" destOrd="0" presId="urn:microsoft.com/office/officeart/2005/8/layout/vList2"/>
    <dgm:cxn modelId="{9FCD72E1-2DAC-4265-9B23-0E7EA557EAFE}" type="presOf" srcId="{F0A89628-4A7E-4647-A576-F6770F7C83B0}" destId="{89AE3F36-F7BE-4448-8EE2-CC73BA58D6C4}" srcOrd="0" destOrd="0" presId="urn:microsoft.com/office/officeart/2005/8/layout/vList2"/>
    <dgm:cxn modelId="{978CDAE8-5429-4E0A-B637-8E73107C2EED}" srcId="{F0A89628-4A7E-4647-A576-F6770F7C83B0}" destId="{652D6B47-205B-4BFA-BF69-0FA2203A0C58}" srcOrd="4" destOrd="0" parTransId="{236E96D2-BC3B-43EE-B75F-00B6884926C1}" sibTransId="{4242A740-FD1E-4C4C-91C0-276D84524DBF}"/>
    <dgm:cxn modelId="{91349EF0-7CE3-4BB8-9F31-5E36D7E2FDF4}" srcId="{F0A89628-4A7E-4647-A576-F6770F7C83B0}" destId="{F63FE264-8D5B-42F4-A1DE-02A8D04D3AFD}" srcOrd="5" destOrd="0" parTransId="{516E855F-39B7-479B-995F-B1D7E07675A9}" sibTransId="{00D1073A-651F-409B-83AE-82F9E30EF974}"/>
    <dgm:cxn modelId="{2AA6DDF3-B3E4-44E0-931F-34D6B39679E9}" type="presOf" srcId="{FD032830-08A7-4A5E-B2A7-B61C3BFF6411}" destId="{E9B9DB06-5E93-4929-B564-4058CAD51B73}" srcOrd="0" destOrd="0" presId="urn:microsoft.com/office/officeart/2005/8/layout/vList2"/>
    <dgm:cxn modelId="{69BCE31B-7E04-4689-9498-587BFD2CB721}" type="presParOf" srcId="{89AE3F36-F7BE-4448-8EE2-CC73BA58D6C4}" destId="{A6757100-343C-43EF-BA0D-E66272E3D911}" srcOrd="0" destOrd="0" presId="urn:microsoft.com/office/officeart/2005/8/layout/vList2"/>
    <dgm:cxn modelId="{DBED12B3-1A88-4FD8-85FC-F7F2D49D2CF0}" type="presParOf" srcId="{89AE3F36-F7BE-4448-8EE2-CC73BA58D6C4}" destId="{D4A2ECBF-87E6-46BA-B843-4FDDC40741DD}" srcOrd="1" destOrd="0" presId="urn:microsoft.com/office/officeart/2005/8/layout/vList2"/>
    <dgm:cxn modelId="{D4E91CB2-F16A-473A-9A3F-9943F1ED521E}" type="presParOf" srcId="{89AE3F36-F7BE-4448-8EE2-CC73BA58D6C4}" destId="{E9B9DB06-5E93-4929-B564-4058CAD51B73}" srcOrd="2" destOrd="0" presId="urn:microsoft.com/office/officeart/2005/8/layout/vList2"/>
    <dgm:cxn modelId="{DA189B28-A430-4385-9ACB-0633302CDA40}" type="presParOf" srcId="{89AE3F36-F7BE-4448-8EE2-CC73BA58D6C4}" destId="{F9FE8DA8-4906-490F-AFE2-1C1166FDCC17}" srcOrd="3" destOrd="0" presId="urn:microsoft.com/office/officeart/2005/8/layout/vList2"/>
    <dgm:cxn modelId="{2E965258-6CD9-4EDF-A737-A1A061CFE609}" type="presParOf" srcId="{89AE3F36-F7BE-4448-8EE2-CC73BA58D6C4}" destId="{457BC2EB-AB27-4A5B-A3A0-11B0607C3F1B}" srcOrd="4" destOrd="0" presId="urn:microsoft.com/office/officeart/2005/8/layout/vList2"/>
    <dgm:cxn modelId="{8CF93E85-1288-4AEC-AB00-37D8A0A03D2D}" type="presParOf" srcId="{89AE3F36-F7BE-4448-8EE2-CC73BA58D6C4}" destId="{371344B5-8419-47AD-BBEF-6A3ACE12346E}" srcOrd="5" destOrd="0" presId="urn:microsoft.com/office/officeart/2005/8/layout/vList2"/>
    <dgm:cxn modelId="{131CF504-F060-44E7-9941-9770DE7BDB7C}" type="presParOf" srcId="{89AE3F36-F7BE-4448-8EE2-CC73BA58D6C4}" destId="{E7CD50E1-6444-4CA1-BC58-127FAE08AE2B}" srcOrd="6" destOrd="0" presId="urn:microsoft.com/office/officeart/2005/8/layout/vList2"/>
    <dgm:cxn modelId="{96834FB6-8ED8-449F-8CC3-8FF3675DA051}" type="presParOf" srcId="{89AE3F36-F7BE-4448-8EE2-CC73BA58D6C4}" destId="{240F881D-D2AD-4832-B4E4-DDB7D4F1B787}" srcOrd="7" destOrd="0" presId="urn:microsoft.com/office/officeart/2005/8/layout/vList2"/>
    <dgm:cxn modelId="{77B5043A-D3CD-4B27-B34D-C29EA10B098A}" type="presParOf" srcId="{89AE3F36-F7BE-4448-8EE2-CC73BA58D6C4}" destId="{38C7C8AC-3E4A-40BD-A984-A21F3F549F2D}" srcOrd="8" destOrd="0" presId="urn:microsoft.com/office/officeart/2005/8/layout/vList2"/>
    <dgm:cxn modelId="{1DAD99FD-1507-42E9-BDB4-44137394702B}" type="presParOf" srcId="{89AE3F36-F7BE-4448-8EE2-CC73BA58D6C4}" destId="{14D3CB4A-93B1-432C-A91B-1A6E64E4DE48}" srcOrd="9" destOrd="0" presId="urn:microsoft.com/office/officeart/2005/8/layout/vList2"/>
    <dgm:cxn modelId="{5642B70A-906A-4ACC-83E6-43BE607A5387}" type="presParOf" srcId="{89AE3F36-F7BE-4448-8EE2-CC73BA58D6C4}" destId="{9EFA5FF8-973A-46A8-86E0-A8F99B2EA91F}" srcOrd="10" destOrd="0" presId="urn:microsoft.com/office/officeart/2005/8/layout/vList2"/>
    <dgm:cxn modelId="{AD6A3AAC-4684-4FC3-BBF6-EB393C3EC28A}" type="presParOf" srcId="{89AE3F36-F7BE-4448-8EE2-CC73BA58D6C4}" destId="{05071C69-1ECD-44C2-9A7B-B59DCB60231D}" srcOrd="11" destOrd="0" presId="urn:microsoft.com/office/officeart/2005/8/layout/vList2"/>
    <dgm:cxn modelId="{5467A60B-3297-4DDD-9449-DF1E387C5A5A}" type="presParOf" srcId="{89AE3F36-F7BE-4448-8EE2-CC73BA58D6C4}" destId="{E43577F3-84E6-4858-936B-0C6F62B6AB82}" srcOrd="12" destOrd="0" presId="urn:microsoft.com/office/officeart/2005/8/layout/vList2"/>
    <dgm:cxn modelId="{786893D3-B39A-4D56-B25C-95207EADFB42}" type="presParOf" srcId="{89AE3F36-F7BE-4448-8EE2-CC73BA58D6C4}" destId="{44DE9703-418E-49C4-BE0B-3F7BE3037E64}" srcOrd="13" destOrd="0" presId="urn:microsoft.com/office/officeart/2005/8/layout/vList2"/>
    <dgm:cxn modelId="{0CD33544-8F84-49C4-9F96-F861C06FAA0D}" type="presParOf" srcId="{89AE3F36-F7BE-4448-8EE2-CC73BA58D6C4}" destId="{5096C86F-6E23-4E42-8C99-E1FE7575CA38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76CA70-DFF7-40A8-802F-E7CC9F969F6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D75C400-27F2-4A2E-B088-79872CD09C0C}">
      <dgm:prSet/>
      <dgm:spPr/>
      <dgm:t>
        <a:bodyPr/>
        <a:lstStyle/>
        <a:p>
          <a:r>
            <a:rPr lang="en-US"/>
            <a:t>The app automatically fills missing values:</a:t>
          </a:r>
        </a:p>
      </dgm:t>
    </dgm:pt>
    <dgm:pt modelId="{DC0FB4B3-93CC-4744-BC33-EBB563963266}" type="parTrans" cxnId="{553A241A-CF7C-41D3-BC87-8FDE934DB78C}">
      <dgm:prSet/>
      <dgm:spPr/>
      <dgm:t>
        <a:bodyPr/>
        <a:lstStyle/>
        <a:p>
          <a:endParaRPr lang="en-US"/>
        </a:p>
      </dgm:t>
    </dgm:pt>
    <dgm:pt modelId="{44E621F9-A96A-45B1-B803-41B71B87B118}" type="sibTrans" cxnId="{553A241A-CF7C-41D3-BC87-8FDE934DB78C}">
      <dgm:prSet/>
      <dgm:spPr/>
      <dgm:t>
        <a:bodyPr/>
        <a:lstStyle/>
        <a:p>
          <a:endParaRPr lang="en-US"/>
        </a:p>
      </dgm:t>
    </dgm:pt>
    <dgm:pt modelId="{FA7CCEEA-D3CC-46E5-8322-C769A732CFB5}">
      <dgm:prSet/>
      <dgm:spPr/>
      <dgm:t>
        <a:bodyPr/>
        <a:lstStyle/>
        <a:p>
          <a:r>
            <a:rPr lang="en-US" b="1"/>
            <a:t>Weight</a:t>
          </a:r>
          <a:r>
            <a:rPr lang="en-US"/>
            <a:t> → replaced with the column mean.</a:t>
          </a:r>
        </a:p>
      </dgm:t>
    </dgm:pt>
    <dgm:pt modelId="{32F22600-EF1F-4788-8C42-68B03AE64045}" type="parTrans" cxnId="{16E87951-DECE-46D6-A421-E5998453BC6D}">
      <dgm:prSet/>
      <dgm:spPr/>
      <dgm:t>
        <a:bodyPr/>
        <a:lstStyle/>
        <a:p>
          <a:endParaRPr lang="en-US"/>
        </a:p>
      </dgm:t>
    </dgm:pt>
    <dgm:pt modelId="{405CBE0B-BF36-40EF-9C9E-18FA437FC68A}" type="sibTrans" cxnId="{16E87951-DECE-46D6-A421-E5998453BC6D}">
      <dgm:prSet/>
      <dgm:spPr/>
      <dgm:t>
        <a:bodyPr/>
        <a:lstStyle/>
        <a:p>
          <a:endParaRPr lang="en-US"/>
        </a:p>
      </dgm:t>
    </dgm:pt>
    <dgm:pt modelId="{C7FCD182-50A9-43E4-89F9-E96664E330D9}">
      <dgm:prSet/>
      <dgm:spPr/>
      <dgm:t>
        <a:bodyPr/>
        <a:lstStyle/>
        <a:p>
          <a:r>
            <a:rPr lang="en-US" b="1"/>
            <a:t>OutletSize</a:t>
          </a:r>
          <a:r>
            <a:rPr lang="en-US"/>
            <a:t> → replaced with the most frequent value (mode).</a:t>
          </a:r>
        </a:p>
      </dgm:t>
    </dgm:pt>
    <dgm:pt modelId="{385F275D-82BC-4146-821D-8F2F192B0E32}" type="parTrans" cxnId="{F4083651-F46F-4FD5-8061-991CC778456C}">
      <dgm:prSet/>
      <dgm:spPr/>
      <dgm:t>
        <a:bodyPr/>
        <a:lstStyle/>
        <a:p>
          <a:endParaRPr lang="en-US"/>
        </a:p>
      </dgm:t>
    </dgm:pt>
    <dgm:pt modelId="{0BE0D60D-DDEB-40BB-9000-24D77EEAABDC}" type="sibTrans" cxnId="{F4083651-F46F-4FD5-8061-991CC778456C}">
      <dgm:prSet/>
      <dgm:spPr/>
      <dgm:t>
        <a:bodyPr/>
        <a:lstStyle/>
        <a:p>
          <a:endParaRPr lang="en-US"/>
        </a:p>
      </dgm:t>
    </dgm:pt>
    <dgm:pt modelId="{E3E755AE-C6A0-4350-84E9-CF70ADE93C27}" type="pres">
      <dgm:prSet presAssocID="{E376CA70-DFF7-40A8-802F-E7CC9F969F63}" presName="linear" presStyleCnt="0">
        <dgm:presLayoutVars>
          <dgm:animLvl val="lvl"/>
          <dgm:resizeHandles val="exact"/>
        </dgm:presLayoutVars>
      </dgm:prSet>
      <dgm:spPr/>
    </dgm:pt>
    <dgm:pt modelId="{E84EA0EA-5BFD-475D-9C42-65D4ABA440EC}" type="pres">
      <dgm:prSet presAssocID="{2D75C400-27F2-4A2E-B088-79872CD09C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6C2B855-97BE-47D5-929C-24670AFE25F2}" type="pres">
      <dgm:prSet presAssocID="{44E621F9-A96A-45B1-B803-41B71B87B118}" presName="spacer" presStyleCnt="0"/>
      <dgm:spPr/>
    </dgm:pt>
    <dgm:pt modelId="{DAE0A449-6EBC-49C5-BC33-0D48B5427228}" type="pres">
      <dgm:prSet presAssocID="{FA7CCEEA-D3CC-46E5-8322-C769A732CFB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D859411-0B9F-42EA-A946-EF3611D23699}" type="pres">
      <dgm:prSet presAssocID="{405CBE0B-BF36-40EF-9C9E-18FA437FC68A}" presName="spacer" presStyleCnt="0"/>
      <dgm:spPr/>
    </dgm:pt>
    <dgm:pt modelId="{6E4EE0BA-FD63-416B-89D1-910B21BFF518}" type="pres">
      <dgm:prSet presAssocID="{C7FCD182-50A9-43E4-89F9-E96664E330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2A5F519-E00E-4E3E-AD5E-DBB8C0617DA1}" type="presOf" srcId="{C7FCD182-50A9-43E4-89F9-E96664E330D9}" destId="{6E4EE0BA-FD63-416B-89D1-910B21BFF518}" srcOrd="0" destOrd="0" presId="urn:microsoft.com/office/officeart/2005/8/layout/vList2"/>
    <dgm:cxn modelId="{553A241A-CF7C-41D3-BC87-8FDE934DB78C}" srcId="{E376CA70-DFF7-40A8-802F-E7CC9F969F63}" destId="{2D75C400-27F2-4A2E-B088-79872CD09C0C}" srcOrd="0" destOrd="0" parTransId="{DC0FB4B3-93CC-4744-BC33-EBB563963266}" sibTransId="{44E621F9-A96A-45B1-B803-41B71B87B118}"/>
    <dgm:cxn modelId="{39A05928-C5D7-4B12-91D3-531890D14C6D}" type="presOf" srcId="{E376CA70-DFF7-40A8-802F-E7CC9F969F63}" destId="{E3E755AE-C6A0-4350-84E9-CF70ADE93C27}" srcOrd="0" destOrd="0" presId="urn:microsoft.com/office/officeart/2005/8/layout/vList2"/>
    <dgm:cxn modelId="{F4083651-F46F-4FD5-8061-991CC778456C}" srcId="{E376CA70-DFF7-40A8-802F-E7CC9F969F63}" destId="{C7FCD182-50A9-43E4-89F9-E96664E330D9}" srcOrd="2" destOrd="0" parTransId="{385F275D-82BC-4146-821D-8F2F192B0E32}" sibTransId="{0BE0D60D-DDEB-40BB-9000-24D77EEAABDC}"/>
    <dgm:cxn modelId="{16E87951-DECE-46D6-A421-E5998453BC6D}" srcId="{E376CA70-DFF7-40A8-802F-E7CC9F969F63}" destId="{FA7CCEEA-D3CC-46E5-8322-C769A732CFB5}" srcOrd="1" destOrd="0" parTransId="{32F22600-EF1F-4788-8C42-68B03AE64045}" sibTransId="{405CBE0B-BF36-40EF-9C9E-18FA437FC68A}"/>
    <dgm:cxn modelId="{68E5E37C-42A7-462B-B05B-39116CC8EF4D}" type="presOf" srcId="{FA7CCEEA-D3CC-46E5-8322-C769A732CFB5}" destId="{DAE0A449-6EBC-49C5-BC33-0D48B5427228}" srcOrd="0" destOrd="0" presId="urn:microsoft.com/office/officeart/2005/8/layout/vList2"/>
    <dgm:cxn modelId="{6FDB1CB9-CB19-4E13-B4BA-C1D4ABE6F83A}" type="presOf" srcId="{2D75C400-27F2-4A2E-B088-79872CD09C0C}" destId="{E84EA0EA-5BFD-475D-9C42-65D4ABA440EC}" srcOrd="0" destOrd="0" presId="urn:microsoft.com/office/officeart/2005/8/layout/vList2"/>
    <dgm:cxn modelId="{7B4D5B4C-3DBC-4E21-B99B-385B6CD8FFB2}" type="presParOf" srcId="{E3E755AE-C6A0-4350-84E9-CF70ADE93C27}" destId="{E84EA0EA-5BFD-475D-9C42-65D4ABA440EC}" srcOrd="0" destOrd="0" presId="urn:microsoft.com/office/officeart/2005/8/layout/vList2"/>
    <dgm:cxn modelId="{4EAC28C1-EFFB-4A48-A5F0-25B37FAAE042}" type="presParOf" srcId="{E3E755AE-C6A0-4350-84E9-CF70ADE93C27}" destId="{F6C2B855-97BE-47D5-929C-24670AFE25F2}" srcOrd="1" destOrd="0" presId="urn:microsoft.com/office/officeart/2005/8/layout/vList2"/>
    <dgm:cxn modelId="{E31BD6E1-261E-43B6-8910-DC6FCF1867A0}" type="presParOf" srcId="{E3E755AE-C6A0-4350-84E9-CF70ADE93C27}" destId="{DAE0A449-6EBC-49C5-BC33-0D48B5427228}" srcOrd="2" destOrd="0" presId="urn:microsoft.com/office/officeart/2005/8/layout/vList2"/>
    <dgm:cxn modelId="{B24D6487-2B5F-41F1-A5D4-C833F79FE6A4}" type="presParOf" srcId="{E3E755AE-C6A0-4350-84E9-CF70ADE93C27}" destId="{ED859411-0B9F-42EA-A946-EF3611D23699}" srcOrd="3" destOrd="0" presId="urn:microsoft.com/office/officeart/2005/8/layout/vList2"/>
    <dgm:cxn modelId="{26D2233C-71E2-4006-8D5B-320AE2613719}" type="presParOf" srcId="{E3E755AE-C6A0-4350-84E9-CF70ADE93C27}" destId="{6E4EE0BA-FD63-416B-89D1-910B21BFF51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BA9E1DC-87A1-4130-929D-F64CEB4B310D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AC1B767-33B2-4118-BFE3-13531895F22F}">
      <dgm:prSet/>
      <dgm:spPr/>
      <dgm:t>
        <a:bodyPr/>
        <a:lstStyle/>
        <a:p>
          <a:r>
            <a:rPr lang="en-US"/>
            <a:t>Two statistical methods are used:</a:t>
          </a:r>
        </a:p>
      </dgm:t>
    </dgm:pt>
    <dgm:pt modelId="{6882E7A9-D8D4-4480-964D-67AD914E4451}" type="parTrans" cxnId="{5588E5D2-2018-4A51-ACBD-D82C396CAD7A}">
      <dgm:prSet/>
      <dgm:spPr/>
      <dgm:t>
        <a:bodyPr/>
        <a:lstStyle/>
        <a:p>
          <a:endParaRPr lang="en-US"/>
        </a:p>
      </dgm:t>
    </dgm:pt>
    <dgm:pt modelId="{56A3A33D-C15A-4350-99C0-4E8015BDA1D5}" type="sibTrans" cxnId="{5588E5D2-2018-4A51-ACBD-D82C396CAD7A}">
      <dgm:prSet/>
      <dgm:spPr/>
      <dgm:t>
        <a:bodyPr/>
        <a:lstStyle/>
        <a:p>
          <a:endParaRPr lang="en-US"/>
        </a:p>
      </dgm:t>
    </dgm:pt>
    <dgm:pt modelId="{33153C3C-3A36-43EE-86CB-7542E34B7FBA}">
      <dgm:prSet/>
      <dgm:spPr/>
      <dgm:t>
        <a:bodyPr/>
        <a:lstStyle/>
        <a:p>
          <a:r>
            <a:rPr lang="en-US" b="1"/>
            <a:t>Z-Score Method</a:t>
          </a:r>
          <a:endParaRPr lang="en-US"/>
        </a:p>
      </dgm:t>
    </dgm:pt>
    <dgm:pt modelId="{546C6F5D-969B-448F-8188-980EFBDBC93F}" type="parTrans" cxnId="{94A43A13-FB7D-4A46-B8B1-B6DB35B65BB0}">
      <dgm:prSet/>
      <dgm:spPr/>
      <dgm:t>
        <a:bodyPr/>
        <a:lstStyle/>
        <a:p>
          <a:endParaRPr lang="en-US"/>
        </a:p>
      </dgm:t>
    </dgm:pt>
    <dgm:pt modelId="{292290F9-5041-434B-A939-208823D8CCF4}" type="sibTrans" cxnId="{94A43A13-FB7D-4A46-B8B1-B6DB35B65BB0}">
      <dgm:prSet/>
      <dgm:spPr/>
      <dgm:t>
        <a:bodyPr/>
        <a:lstStyle/>
        <a:p>
          <a:endParaRPr lang="en-US"/>
        </a:p>
      </dgm:t>
    </dgm:pt>
    <dgm:pt modelId="{FD2369F7-AED7-4053-9930-E4FC29764D41}">
      <dgm:prSet/>
      <dgm:spPr/>
      <dgm:t>
        <a:bodyPr/>
        <a:lstStyle/>
        <a:p>
          <a:r>
            <a:rPr lang="en-US" b="1"/>
            <a:t>IQR (Interquartile Range) Method</a:t>
          </a:r>
          <a:endParaRPr lang="en-US"/>
        </a:p>
      </dgm:t>
    </dgm:pt>
    <dgm:pt modelId="{4B295A8C-3373-4625-A39D-EFC009C289D8}" type="parTrans" cxnId="{5203BB57-638A-4E31-A2F0-A576A80427F1}">
      <dgm:prSet/>
      <dgm:spPr/>
      <dgm:t>
        <a:bodyPr/>
        <a:lstStyle/>
        <a:p>
          <a:endParaRPr lang="en-US"/>
        </a:p>
      </dgm:t>
    </dgm:pt>
    <dgm:pt modelId="{A8796AA4-E276-4E6D-99B6-A247A8AFD2DF}" type="sibTrans" cxnId="{5203BB57-638A-4E31-A2F0-A576A80427F1}">
      <dgm:prSet/>
      <dgm:spPr/>
      <dgm:t>
        <a:bodyPr/>
        <a:lstStyle/>
        <a:p>
          <a:endParaRPr lang="en-US"/>
        </a:p>
      </dgm:t>
    </dgm:pt>
    <dgm:pt modelId="{EAC3903F-2A2A-4291-8C47-79952DCB220E}">
      <dgm:prSet/>
      <dgm:spPr/>
      <dgm:t>
        <a:bodyPr/>
        <a:lstStyle/>
        <a:p>
          <a:r>
            <a:rPr lang="en-US"/>
            <a:t>Boxplots visualize the outliers for:</a:t>
          </a:r>
          <a:br>
            <a:rPr lang="en-US"/>
          </a:br>
          <a:r>
            <a:rPr lang="en-US"/>
            <a:t>Weight, ProductVisibility, MRP, and EstablishmentYear.</a:t>
          </a:r>
        </a:p>
      </dgm:t>
    </dgm:pt>
    <dgm:pt modelId="{F37F4587-5F32-4756-B0E7-A282CCF12118}" type="parTrans" cxnId="{17303C5D-AACF-4763-BD94-0A43F56B4C17}">
      <dgm:prSet/>
      <dgm:spPr/>
      <dgm:t>
        <a:bodyPr/>
        <a:lstStyle/>
        <a:p>
          <a:endParaRPr lang="en-US"/>
        </a:p>
      </dgm:t>
    </dgm:pt>
    <dgm:pt modelId="{3DC3F22E-0834-4524-BC30-31A4F77E9240}" type="sibTrans" cxnId="{17303C5D-AACF-4763-BD94-0A43F56B4C17}">
      <dgm:prSet/>
      <dgm:spPr/>
      <dgm:t>
        <a:bodyPr/>
        <a:lstStyle/>
        <a:p>
          <a:endParaRPr lang="en-US"/>
        </a:p>
      </dgm:t>
    </dgm:pt>
    <dgm:pt modelId="{BEA91599-5F47-49FA-9D9C-14A7916751A1}" type="pres">
      <dgm:prSet presAssocID="{DBA9E1DC-87A1-4130-929D-F64CEB4B310D}" presName="matrix" presStyleCnt="0">
        <dgm:presLayoutVars>
          <dgm:chMax val="1"/>
          <dgm:dir/>
          <dgm:resizeHandles val="exact"/>
        </dgm:presLayoutVars>
      </dgm:prSet>
      <dgm:spPr/>
    </dgm:pt>
    <dgm:pt modelId="{542BBCD8-BF52-431B-BFE5-88D3CBADCB3F}" type="pres">
      <dgm:prSet presAssocID="{DBA9E1DC-87A1-4130-929D-F64CEB4B310D}" presName="diamond" presStyleLbl="bgShp" presStyleIdx="0" presStyleCnt="1"/>
      <dgm:spPr/>
    </dgm:pt>
    <dgm:pt modelId="{46036226-92D8-44E4-B12F-82BB93EB573A}" type="pres">
      <dgm:prSet presAssocID="{DBA9E1DC-87A1-4130-929D-F64CEB4B310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D04754C-3C52-49F9-A00A-F1C530F9E4F0}" type="pres">
      <dgm:prSet presAssocID="{DBA9E1DC-87A1-4130-929D-F64CEB4B310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BFBE99C-A2A1-4762-A1B7-026204790D87}" type="pres">
      <dgm:prSet presAssocID="{DBA9E1DC-87A1-4130-929D-F64CEB4B310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B6C31E9-9668-4540-B35C-80482729FBC2}" type="pres">
      <dgm:prSet presAssocID="{DBA9E1DC-87A1-4130-929D-F64CEB4B310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C4A800E-94CE-41BE-B7A5-8559738FF879}" type="presOf" srcId="{2AC1B767-33B2-4118-BFE3-13531895F22F}" destId="{46036226-92D8-44E4-B12F-82BB93EB573A}" srcOrd="0" destOrd="0" presId="urn:microsoft.com/office/officeart/2005/8/layout/matrix3"/>
    <dgm:cxn modelId="{94A43A13-FB7D-4A46-B8B1-B6DB35B65BB0}" srcId="{DBA9E1DC-87A1-4130-929D-F64CEB4B310D}" destId="{33153C3C-3A36-43EE-86CB-7542E34B7FBA}" srcOrd="1" destOrd="0" parTransId="{546C6F5D-969B-448F-8188-980EFBDBC93F}" sibTransId="{292290F9-5041-434B-A939-208823D8CCF4}"/>
    <dgm:cxn modelId="{17303C5D-AACF-4763-BD94-0A43F56B4C17}" srcId="{DBA9E1DC-87A1-4130-929D-F64CEB4B310D}" destId="{EAC3903F-2A2A-4291-8C47-79952DCB220E}" srcOrd="3" destOrd="0" parTransId="{F37F4587-5F32-4756-B0E7-A282CCF12118}" sibTransId="{3DC3F22E-0834-4524-BC30-31A4F77E9240}"/>
    <dgm:cxn modelId="{CED3734C-1867-451E-BE09-18A44B48750C}" type="presOf" srcId="{33153C3C-3A36-43EE-86CB-7542E34B7FBA}" destId="{0D04754C-3C52-49F9-A00A-F1C530F9E4F0}" srcOrd="0" destOrd="0" presId="urn:microsoft.com/office/officeart/2005/8/layout/matrix3"/>
    <dgm:cxn modelId="{5203BB57-638A-4E31-A2F0-A576A80427F1}" srcId="{DBA9E1DC-87A1-4130-929D-F64CEB4B310D}" destId="{FD2369F7-AED7-4053-9930-E4FC29764D41}" srcOrd="2" destOrd="0" parTransId="{4B295A8C-3373-4625-A39D-EFC009C289D8}" sibTransId="{A8796AA4-E276-4E6D-99B6-A247A8AFD2DF}"/>
    <dgm:cxn modelId="{2D4F38A5-0388-4C41-A217-120A36487784}" type="presOf" srcId="{DBA9E1DC-87A1-4130-929D-F64CEB4B310D}" destId="{BEA91599-5F47-49FA-9D9C-14A7916751A1}" srcOrd="0" destOrd="0" presId="urn:microsoft.com/office/officeart/2005/8/layout/matrix3"/>
    <dgm:cxn modelId="{EF2B5EA5-0E9F-4F48-935B-A35D545C4FAF}" type="presOf" srcId="{EAC3903F-2A2A-4291-8C47-79952DCB220E}" destId="{FB6C31E9-9668-4540-B35C-80482729FBC2}" srcOrd="0" destOrd="0" presId="urn:microsoft.com/office/officeart/2005/8/layout/matrix3"/>
    <dgm:cxn modelId="{5588E5D2-2018-4A51-ACBD-D82C396CAD7A}" srcId="{DBA9E1DC-87A1-4130-929D-F64CEB4B310D}" destId="{2AC1B767-33B2-4118-BFE3-13531895F22F}" srcOrd="0" destOrd="0" parTransId="{6882E7A9-D8D4-4480-964D-67AD914E4451}" sibTransId="{56A3A33D-C15A-4350-99C0-4E8015BDA1D5}"/>
    <dgm:cxn modelId="{0E55FBEA-2214-4331-97C9-F18F7246C679}" type="presOf" srcId="{FD2369F7-AED7-4053-9930-E4FC29764D41}" destId="{8BFBE99C-A2A1-4762-A1B7-026204790D87}" srcOrd="0" destOrd="0" presId="urn:microsoft.com/office/officeart/2005/8/layout/matrix3"/>
    <dgm:cxn modelId="{29118F4A-CBF0-4798-870D-7C010C2E8725}" type="presParOf" srcId="{BEA91599-5F47-49FA-9D9C-14A7916751A1}" destId="{542BBCD8-BF52-431B-BFE5-88D3CBADCB3F}" srcOrd="0" destOrd="0" presId="urn:microsoft.com/office/officeart/2005/8/layout/matrix3"/>
    <dgm:cxn modelId="{84112D50-5DA8-4111-939F-03B898289417}" type="presParOf" srcId="{BEA91599-5F47-49FA-9D9C-14A7916751A1}" destId="{46036226-92D8-44E4-B12F-82BB93EB573A}" srcOrd="1" destOrd="0" presId="urn:microsoft.com/office/officeart/2005/8/layout/matrix3"/>
    <dgm:cxn modelId="{76675A91-C2FC-4823-8E01-38F30E60EC2A}" type="presParOf" srcId="{BEA91599-5F47-49FA-9D9C-14A7916751A1}" destId="{0D04754C-3C52-49F9-A00A-F1C530F9E4F0}" srcOrd="2" destOrd="0" presId="urn:microsoft.com/office/officeart/2005/8/layout/matrix3"/>
    <dgm:cxn modelId="{9DB72332-020D-473D-8039-469148AA63ED}" type="presParOf" srcId="{BEA91599-5F47-49FA-9D9C-14A7916751A1}" destId="{8BFBE99C-A2A1-4762-A1B7-026204790D87}" srcOrd="3" destOrd="0" presId="urn:microsoft.com/office/officeart/2005/8/layout/matrix3"/>
    <dgm:cxn modelId="{AD41764A-BCF2-49DC-9FFF-308C0104C850}" type="presParOf" srcId="{BEA91599-5F47-49FA-9D9C-14A7916751A1}" destId="{FB6C31E9-9668-4540-B35C-80482729FBC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E030E81-F44C-40AC-919C-54FA09CAC95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94C185D-42C5-462C-9C1C-B7F6E93DFD7C}">
      <dgm:prSet/>
      <dgm:spPr/>
      <dgm:t>
        <a:bodyPr/>
        <a:lstStyle/>
        <a:p>
          <a:r>
            <a:rPr lang="en-US"/>
            <a:t>Outliers are replaced with the column mean using:</a:t>
          </a:r>
        </a:p>
      </dgm:t>
    </dgm:pt>
    <dgm:pt modelId="{F7994FFC-9A59-41AA-A6B8-BBA08B3FA7E0}" type="parTrans" cxnId="{D5C4BE4E-4B5D-4805-9231-06149FEBC8EB}">
      <dgm:prSet/>
      <dgm:spPr/>
      <dgm:t>
        <a:bodyPr/>
        <a:lstStyle/>
        <a:p>
          <a:endParaRPr lang="en-US"/>
        </a:p>
      </dgm:t>
    </dgm:pt>
    <dgm:pt modelId="{8BF75094-B9AB-4F52-976C-8139279030AD}" type="sibTrans" cxnId="{D5C4BE4E-4B5D-4805-9231-06149FEBC8EB}">
      <dgm:prSet/>
      <dgm:spPr/>
      <dgm:t>
        <a:bodyPr/>
        <a:lstStyle/>
        <a:p>
          <a:endParaRPr lang="en-US"/>
        </a:p>
      </dgm:t>
    </dgm:pt>
    <dgm:pt modelId="{37737287-1802-467E-B395-AEA0D217FA9E}">
      <dgm:prSet/>
      <dgm:spPr/>
      <dgm:t>
        <a:bodyPr/>
        <a:lstStyle/>
        <a:p>
          <a:r>
            <a:rPr lang="en-US" b="1" dirty="0"/>
            <a:t>Z-Score Method</a:t>
          </a:r>
          <a:endParaRPr lang="en-US" dirty="0"/>
        </a:p>
      </dgm:t>
    </dgm:pt>
    <dgm:pt modelId="{5FDDC674-16A2-426A-B72E-79BFED432BCE}" type="parTrans" cxnId="{1AC49DCD-A35A-4B92-B50B-3FB0BA879FF0}">
      <dgm:prSet/>
      <dgm:spPr/>
      <dgm:t>
        <a:bodyPr/>
        <a:lstStyle/>
        <a:p>
          <a:endParaRPr lang="en-US"/>
        </a:p>
      </dgm:t>
    </dgm:pt>
    <dgm:pt modelId="{DD37D910-FD80-4393-99A9-93A5DA55AA3A}" type="sibTrans" cxnId="{1AC49DCD-A35A-4B92-B50B-3FB0BA879FF0}">
      <dgm:prSet/>
      <dgm:spPr/>
      <dgm:t>
        <a:bodyPr/>
        <a:lstStyle/>
        <a:p>
          <a:endParaRPr lang="en-US"/>
        </a:p>
      </dgm:t>
    </dgm:pt>
    <dgm:pt modelId="{6F365DC1-9E1A-40DE-A554-54E333BEBB6B}">
      <dgm:prSet/>
      <dgm:spPr/>
      <dgm:t>
        <a:bodyPr/>
        <a:lstStyle/>
        <a:p>
          <a:r>
            <a:rPr lang="en-US" b="1"/>
            <a:t>IQR Method</a:t>
          </a:r>
          <a:endParaRPr lang="en-US"/>
        </a:p>
      </dgm:t>
    </dgm:pt>
    <dgm:pt modelId="{D26244B1-31D1-4EB1-89EC-D90B7C704C40}" type="parTrans" cxnId="{4C09564E-A8FC-486F-AE99-C20526ED1D72}">
      <dgm:prSet/>
      <dgm:spPr/>
      <dgm:t>
        <a:bodyPr/>
        <a:lstStyle/>
        <a:p>
          <a:endParaRPr lang="en-US"/>
        </a:p>
      </dgm:t>
    </dgm:pt>
    <dgm:pt modelId="{CAA9C587-43F9-4608-9150-680E6DFA11DC}" type="sibTrans" cxnId="{4C09564E-A8FC-486F-AE99-C20526ED1D72}">
      <dgm:prSet/>
      <dgm:spPr/>
      <dgm:t>
        <a:bodyPr/>
        <a:lstStyle/>
        <a:p>
          <a:endParaRPr lang="en-US"/>
        </a:p>
      </dgm:t>
    </dgm:pt>
    <dgm:pt modelId="{70F34C6B-10E1-4FCB-A2C6-54D1E1CE8479}">
      <dgm:prSet/>
      <dgm:spPr/>
      <dgm:t>
        <a:bodyPr/>
        <a:lstStyle/>
        <a:p>
          <a:r>
            <a:rPr lang="en-US"/>
            <a:t>This ensures the data becomes more consistent and normally distributed.</a:t>
          </a:r>
        </a:p>
      </dgm:t>
    </dgm:pt>
    <dgm:pt modelId="{D8D307E7-D6AC-4EC2-9724-057768BCF570}" type="parTrans" cxnId="{D145E165-F9D3-41B7-89B3-9A082F1673B8}">
      <dgm:prSet/>
      <dgm:spPr/>
      <dgm:t>
        <a:bodyPr/>
        <a:lstStyle/>
        <a:p>
          <a:endParaRPr lang="en-US"/>
        </a:p>
      </dgm:t>
    </dgm:pt>
    <dgm:pt modelId="{A8F46D6B-9CBA-4E75-A469-814B1F1076D5}" type="sibTrans" cxnId="{D145E165-F9D3-41B7-89B3-9A082F1673B8}">
      <dgm:prSet/>
      <dgm:spPr/>
      <dgm:t>
        <a:bodyPr/>
        <a:lstStyle/>
        <a:p>
          <a:endParaRPr lang="en-US"/>
        </a:p>
      </dgm:t>
    </dgm:pt>
    <dgm:pt modelId="{AEA3DF35-45E0-4C2B-9F92-606F9E39D19D}" type="pres">
      <dgm:prSet presAssocID="{7E030E81-F44C-40AC-919C-54FA09CAC95A}" presName="linear" presStyleCnt="0">
        <dgm:presLayoutVars>
          <dgm:animLvl val="lvl"/>
          <dgm:resizeHandles val="exact"/>
        </dgm:presLayoutVars>
      </dgm:prSet>
      <dgm:spPr/>
    </dgm:pt>
    <dgm:pt modelId="{E2471564-BA01-41B7-A6D9-478EEF6941F6}" type="pres">
      <dgm:prSet presAssocID="{D94C185D-42C5-462C-9C1C-B7F6E93DFD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CA2C1D9-102E-4AE3-9D65-B45FBF9B2D51}" type="pres">
      <dgm:prSet presAssocID="{8BF75094-B9AB-4F52-976C-8139279030AD}" presName="spacer" presStyleCnt="0"/>
      <dgm:spPr/>
    </dgm:pt>
    <dgm:pt modelId="{16F7D4EB-8ABE-4978-AEB6-786A20FD5F47}" type="pres">
      <dgm:prSet presAssocID="{37737287-1802-467E-B395-AEA0D217FA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DA32D7-A8DF-424B-9DFD-45B562225E54}" type="pres">
      <dgm:prSet presAssocID="{DD37D910-FD80-4393-99A9-93A5DA55AA3A}" presName="spacer" presStyleCnt="0"/>
      <dgm:spPr/>
    </dgm:pt>
    <dgm:pt modelId="{CA428728-9B27-4D19-B795-491FB7F94928}" type="pres">
      <dgm:prSet presAssocID="{6F365DC1-9E1A-40DE-A554-54E333BEBB6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5150A63-2842-409B-B47F-E8F762A1F05E}" type="pres">
      <dgm:prSet presAssocID="{CAA9C587-43F9-4608-9150-680E6DFA11DC}" presName="spacer" presStyleCnt="0"/>
      <dgm:spPr/>
    </dgm:pt>
    <dgm:pt modelId="{F7780C0D-F6B0-4F2A-B08F-5537FE00B0BE}" type="pres">
      <dgm:prSet presAssocID="{70F34C6B-10E1-4FCB-A2C6-54D1E1CE847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006E04-2395-4DD4-AE1B-06C70AA902C4}" type="presOf" srcId="{D94C185D-42C5-462C-9C1C-B7F6E93DFD7C}" destId="{E2471564-BA01-41B7-A6D9-478EEF6941F6}" srcOrd="0" destOrd="0" presId="urn:microsoft.com/office/officeart/2005/8/layout/vList2"/>
    <dgm:cxn modelId="{582A5412-FC45-4DC7-8E63-D9EA365BAEF9}" type="presOf" srcId="{7E030E81-F44C-40AC-919C-54FA09CAC95A}" destId="{AEA3DF35-45E0-4C2B-9F92-606F9E39D19D}" srcOrd="0" destOrd="0" presId="urn:microsoft.com/office/officeart/2005/8/layout/vList2"/>
    <dgm:cxn modelId="{D145E165-F9D3-41B7-89B3-9A082F1673B8}" srcId="{7E030E81-F44C-40AC-919C-54FA09CAC95A}" destId="{70F34C6B-10E1-4FCB-A2C6-54D1E1CE8479}" srcOrd="3" destOrd="0" parTransId="{D8D307E7-D6AC-4EC2-9724-057768BCF570}" sibTransId="{A8F46D6B-9CBA-4E75-A469-814B1F1076D5}"/>
    <dgm:cxn modelId="{12B4D76C-2C94-4539-A173-0ED59027B22D}" type="presOf" srcId="{37737287-1802-467E-B395-AEA0D217FA9E}" destId="{16F7D4EB-8ABE-4978-AEB6-786A20FD5F47}" srcOrd="0" destOrd="0" presId="urn:microsoft.com/office/officeart/2005/8/layout/vList2"/>
    <dgm:cxn modelId="{4C09564E-A8FC-486F-AE99-C20526ED1D72}" srcId="{7E030E81-F44C-40AC-919C-54FA09CAC95A}" destId="{6F365DC1-9E1A-40DE-A554-54E333BEBB6B}" srcOrd="2" destOrd="0" parTransId="{D26244B1-31D1-4EB1-89EC-D90B7C704C40}" sibTransId="{CAA9C587-43F9-4608-9150-680E6DFA11DC}"/>
    <dgm:cxn modelId="{D5C4BE4E-4B5D-4805-9231-06149FEBC8EB}" srcId="{7E030E81-F44C-40AC-919C-54FA09CAC95A}" destId="{D94C185D-42C5-462C-9C1C-B7F6E93DFD7C}" srcOrd="0" destOrd="0" parTransId="{F7994FFC-9A59-41AA-A6B8-BBA08B3FA7E0}" sibTransId="{8BF75094-B9AB-4F52-976C-8139279030AD}"/>
    <dgm:cxn modelId="{20EAFC81-1088-4593-9ED5-878BF34468CB}" type="presOf" srcId="{6F365DC1-9E1A-40DE-A554-54E333BEBB6B}" destId="{CA428728-9B27-4D19-B795-491FB7F94928}" srcOrd="0" destOrd="0" presId="urn:microsoft.com/office/officeart/2005/8/layout/vList2"/>
    <dgm:cxn modelId="{1AC49DCD-A35A-4B92-B50B-3FB0BA879FF0}" srcId="{7E030E81-F44C-40AC-919C-54FA09CAC95A}" destId="{37737287-1802-467E-B395-AEA0D217FA9E}" srcOrd="1" destOrd="0" parTransId="{5FDDC674-16A2-426A-B72E-79BFED432BCE}" sibTransId="{DD37D910-FD80-4393-99A9-93A5DA55AA3A}"/>
    <dgm:cxn modelId="{2F05CBD8-7BAA-4154-8500-822A74CC3AFB}" type="presOf" srcId="{70F34C6B-10E1-4FCB-A2C6-54D1E1CE8479}" destId="{F7780C0D-F6B0-4F2A-B08F-5537FE00B0BE}" srcOrd="0" destOrd="0" presId="urn:microsoft.com/office/officeart/2005/8/layout/vList2"/>
    <dgm:cxn modelId="{1F491485-1B56-4DDC-8047-57A1D23C1599}" type="presParOf" srcId="{AEA3DF35-45E0-4C2B-9F92-606F9E39D19D}" destId="{E2471564-BA01-41B7-A6D9-478EEF6941F6}" srcOrd="0" destOrd="0" presId="urn:microsoft.com/office/officeart/2005/8/layout/vList2"/>
    <dgm:cxn modelId="{331D4B6C-4821-4499-8349-C0E0CAA44C82}" type="presParOf" srcId="{AEA3DF35-45E0-4C2B-9F92-606F9E39D19D}" destId="{CCA2C1D9-102E-4AE3-9D65-B45FBF9B2D51}" srcOrd="1" destOrd="0" presId="urn:microsoft.com/office/officeart/2005/8/layout/vList2"/>
    <dgm:cxn modelId="{AA0FF41F-374D-4B1A-BF90-0F2329B7676B}" type="presParOf" srcId="{AEA3DF35-45E0-4C2B-9F92-606F9E39D19D}" destId="{16F7D4EB-8ABE-4978-AEB6-786A20FD5F47}" srcOrd="2" destOrd="0" presId="urn:microsoft.com/office/officeart/2005/8/layout/vList2"/>
    <dgm:cxn modelId="{06869726-274E-477B-ABBD-3DCFCFFD0946}" type="presParOf" srcId="{AEA3DF35-45E0-4C2B-9F92-606F9E39D19D}" destId="{B5DA32D7-A8DF-424B-9DFD-45B562225E54}" srcOrd="3" destOrd="0" presId="urn:microsoft.com/office/officeart/2005/8/layout/vList2"/>
    <dgm:cxn modelId="{49416592-BB85-4B4D-A9AE-09A0F84F9ABA}" type="presParOf" srcId="{AEA3DF35-45E0-4C2B-9F92-606F9E39D19D}" destId="{CA428728-9B27-4D19-B795-491FB7F94928}" srcOrd="4" destOrd="0" presId="urn:microsoft.com/office/officeart/2005/8/layout/vList2"/>
    <dgm:cxn modelId="{C472831F-DB67-4E97-A45A-205D66CA21FA}" type="presParOf" srcId="{AEA3DF35-45E0-4C2B-9F92-606F9E39D19D}" destId="{D5150A63-2842-409B-B47F-E8F762A1F05E}" srcOrd="5" destOrd="0" presId="urn:microsoft.com/office/officeart/2005/8/layout/vList2"/>
    <dgm:cxn modelId="{A3AEEE6C-02FF-4AA5-8FFF-57ECD5B4A929}" type="presParOf" srcId="{AEA3DF35-45E0-4C2B-9F92-606F9E39D19D}" destId="{F7780C0D-F6B0-4F2A-B08F-5537FE00B0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24CF99-E096-4815-98D7-BC13685AD3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8153932-D1A3-4BFE-990D-5601FECD6C4B}">
      <dgm:prSet/>
      <dgm:spPr/>
      <dgm:t>
        <a:bodyPr/>
        <a:lstStyle/>
        <a:p>
          <a:r>
            <a:rPr lang="en-US"/>
            <a:t>Categorical columns such as:</a:t>
          </a:r>
          <a:br>
            <a:rPr lang="en-US"/>
          </a:br>
          <a:r>
            <a:rPr lang="en-US"/>
            <a:t>FatContent, ProductType, OutletSize, LocationType, and OutletType</a:t>
          </a:r>
          <a:br>
            <a:rPr lang="en-US"/>
          </a:br>
          <a:r>
            <a:rPr lang="en-US"/>
            <a:t>are transformed into numerical values using </a:t>
          </a:r>
          <a:r>
            <a:rPr lang="en-US" b="1"/>
            <a:t>One-Hot Encoding</a:t>
          </a:r>
          <a:r>
            <a:rPr lang="en-US"/>
            <a:t>.</a:t>
          </a:r>
        </a:p>
      </dgm:t>
    </dgm:pt>
    <dgm:pt modelId="{130571A2-27E8-42B2-8C1C-70CBC54A27D5}" type="parTrans" cxnId="{6B06263B-6F7F-4D4F-9D98-84A732AC46A0}">
      <dgm:prSet/>
      <dgm:spPr/>
      <dgm:t>
        <a:bodyPr/>
        <a:lstStyle/>
        <a:p>
          <a:endParaRPr lang="en-US"/>
        </a:p>
      </dgm:t>
    </dgm:pt>
    <dgm:pt modelId="{73CF4299-EEF5-406A-A63D-ACC0FA3756A1}" type="sibTrans" cxnId="{6B06263B-6F7F-4D4F-9D98-84A732AC46A0}">
      <dgm:prSet/>
      <dgm:spPr/>
      <dgm:t>
        <a:bodyPr/>
        <a:lstStyle/>
        <a:p>
          <a:endParaRPr lang="en-US"/>
        </a:p>
      </dgm:t>
    </dgm:pt>
    <dgm:pt modelId="{81EB829D-7C70-4EBC-9922-E3DA6618AF71}">
      <dgm:prSet/>
      <dgm:spPr/>
      <dgm:t>
        <a:bodyPr/>
        <a:lstStyle/>
        <a:p>
          <a:r>
            <a:rPr lang="en-US"/>
            <a:t>This prepares the data for statistical analysis or machine learning models.</a:t>
          </a:r>
        </a:p>
      </dgm:t>
    </dgm:pt>
    <dgm:pt modelId="{2DDCC7C8-1525-4853-A8B3-401FA951F122}" type="parTrans" cxnId="{D32D956B-5970-439B-ADC2-B0D50B28A505}">
      <dgm:prSet/>
      <dgm:spPr/>
      <dgm:t>
        <a:bodyPr/>
        <a:lstStyle/>
        <a:p>
          <a:endParaRPr lang="en-US"/>
        </a:p>
      </dgm:t>
    </dgm:pt>
    <dgm:pt modelId="{1704100A-63F0-477D-913B-E67DA1E62D98}" type="sibTrans" cxnId="{D32D956B-5970-439B-ADC2-B0D50B28A505}">
      <dgm:prSet/>
      <dgm:spPr/>
      <dgm:t>
        <a:bodyPr/>
        <a:lstStyle/>
        <a:p>
          <a:endParaRPr lang="en-US"/>
        </a:p>
      </dgm:t>
    </dgm:pt>
    <dgm:pt modelId="{4E6EAB9D-DFBC-4C06-AFA4-2058471EAF67}" type="pres">
      <dgm:prSet presAssocID="{E724CF99-E096-4815-98D7-BC13685AD38A}" presName="root" presStyleCnt="0">
        <dgm:presLayoutVars>
          <dgm:dir/>
          <dgm:resizeHandles val="exact"/>
        </dgm:presLayoutVars>
      </dgm:prSet>
      <dgm:spPr/>
    </dgm:pt>
    <dgm:pt modelId="{99AF99BC-92D7-4D20-841A-125C9FAEEAAD}" type="pres">
      <dgm:prSet presAssocID="{D8153932-D1A3-4BFE-990D-5601FECD6C4B}" presName="compNode" presStyleCnt="0"/>
      <dgm:spPr/>
    </dgm:pt>
    <dgm:pt modelId="{2BDBE195-332F-4507-85FD-653B7907245B}" type="pres">
      <dgm:prSet presAssocID="{D8153932-D1A3-4BFE-990D-5601FECD6C4B}" presName="bgRect" presStyleLbl="bgShp" presStyleIdx="0" presStyleCnt="2"/>
      <dgm:spPr/>
    </dgm:pt>
    <dgm:pt modelId="{6213F5B5-47D1-4BA4-BBBF-2D75A60651CF}" type="pres">
      <dgm:prSet presAssocID="{D8153932-D1A3-4BFE-990D-5601FECD6C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3EDBA0BC-6FF5-4F05-AD21-381997D361BA}" type="pres">
      <dgm:prSet presAssocID="{D8153932-D1A3-4BFE-990D-5601FECD6C4B}" presName="spaceRect" presStyleCnt="0"/>
      <dgm:spPr/>
    </dgm:pt>
    <dgm:pt modelId="{4453C360-4012-4E6A-8E8D-FC5D530B97A7}" type="pres">
      <dgm:prSet presAssocID="{D8153932-D1A3-4BFE-990D-5601FECD6C4B}" presName="parTx" presStyleLbl="revTx" presStyleIdx="0" presStyleCnt="2">
        <dgm:presLayoutVars>
          <dgm:chMax val="0"/>
          <dgm:chPref val="0"/>
        </dgm:presLayoutVars>
      </dgm:prSet>
      <dgm:spPr/>
    </dgm:pt>
    <dgm:pt modelId="{2C7D6B2F-3095-4A4A-B193-FB9B216E2773}" type="pres">
      <dgm:prSet presAssocID="{73CF4299-EEF5-406A-A63D-ACC0FA3756A1}" presName="sibTrans" presStyleCnt="0"/>
      <dgm:spPr/>
    </dgm:pt>
    <dgm:pt modelId="{8E3E0F97-0BED-42F1-A4DE-9D0436E2A353}" type="pres">
      <dgm:prSet presAssocID="{81EB829D-7C70-4EBC-9922-E3DA6618AF71}" presName="compNode" presStyleCnt="0"/>
      <dgm:spPr/>
    </dgm:pt>
    <dgm:pt modelId="{969D9370-19A1-404C-B34F-C32298FE7DBA}" type="pres">
      <dgm:prSet presAssocID="{81EB829D-7C70-4EBC-9922-E3DA6618AF71}" presName="bgRect" presStyleLbl="bgShp" presStyleIdx="1" presStyleCnt="2"/>
      <dgm:spPr/>
    </dgm:pt>
    <dgm:pt modelId="{C6DE6607-8821-4F48-B808-5D12CB4D626D}" type="pres">
      <dgm:prSet presAssocID="{81EB829D-7C70-4EBC-9922-E3DA6618AF7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0EF3A02-0926-402D-B10A-67CBC8461D72}" type="pres">
      <dgm:prSet presAssocID="{81EB829D-7C70-4EBC-9922-E3DA6618AF71}" presName="spaceRect" presStyleCnt="0"/>
      <dgm:spPr/>
    </dgm:pt>
    <dgm:pt modelId="{5308A4E3-2C44-4589-BAED-D6A8AD028AC9}" type="pres">
      <dgm:prSet presAssocID="{81EB829D-7C70-4EBC-9922-E3DA6618AF7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B06263B-6F7F-4D4F-9D98-84A732AC46A0}" srcId="{E724CF99-E096-4815-98D7-BC13685AD38A}" destId="{D8153932-D1A3-4BFE-990D-5601FECD6C4B}" srcOrd="0" destOrd="0" parTransId="{130571A2-27E8-42B2-8C1C-70CBC54A27D5}" sibTransId="{73CF4299-EEF5-406A-A63D-ACC0FA3756A1}"/>
    <dgm:cxn modelId="{D32D956B-5970-439B-ADC2-B0D50B28A505}" srcId="{E724CF99-E096-4815-98D7-BC13685AD38A}" destId="{81EB829D-7C70-4EBC-9922-E3DA6618AF71}" srcOrd="1" destOrd="0" parTransId="{2DDCC7C8-1525-4853-A8B3-401FA951F122}" sibTransId="{1704100A-63F0-477D-913B-E67DA1E62D98}"/>
    <dgm:cxn modelId="{061EDE4F-676A-46CC-BD8E-221132FF6894}" type="presOf" srcId="{81EB829D-7C70-4EBC-9922-E3DA6618AF71}" destId="{5308A4E3-2C44-4589-BAED-D6A8AD028AC9}" srcOrd="0" destOrd="0" presId="urn:microsoft.com/office/officeart/2018/2/layout/IconVerticalSolidList"/>
    <dgm:cxn modelId="{5C6E798B-F5D4-46C7-B489-738D6AC599C1}" type="presOf" srcId="{E724CF99-E096-4815-98D7-BC13685AD38A}" destId="{4E6EAB9D-DFBC-4C06-AFA4-2058471EAF67}" srcOrd="0" destOrd="0" presId="urn:microsoft.com/office/officeart/2018/2/layout/IconVerticalSolidList"/>
    <dgm:cxn modelId="{864B83D4-3020-4873-97B6-6FCFBF1D391D}" type="presOf" srcId="{D8153932-D1A3-4BFE-990D-5601FECD6C4B}" destId="{4453C360-4012-4E6A-8E8D-FC5D530B97A7}" srcOrd="0" destOrd="0" presId="urn:microsoft.com/office/officeart/2018/2/layout/IconVerticalSolidList"/>
    <dgm:cxn modelId="{C4C0FBE6-A2AD-46E9-BFBF-00FDD551CAED}" type="presParOf" srcId="{4E6EAB9D-DFBC-4C06-AFA4-2058471EAF67}" destId="{99AF99BC-92D7-4D20-841A-125C9FAEEAAD}" srcOrd="0" destOrd="0" presId="urn:microsoft.com/office/officeart/2018/2/layout/IconVerticalSolidList"/>
    <dgm:cxn modelId="{69CB8B50-5573-4027-9BDF-6BC7D8106CD6}" type="presParOf" srcId="{99AF99BC-92D7-4D20-841A-125C9FAEEAAD}" destId="{2BDBE195-332F-4507-85FD-653B7907245B}" srcOrd="0" destOrd="0" presId="urn:microsoft.com/office/officeart/2018/2/layout/IconVerticalSolidList"/>
    <dgm:cxn modelId="{668C625E-651E-4314-A8F9-2F3FB6F38C1C}" type="presParOf" srcId="{99AF99BC-92D7-4D20-841A-125C9FAEEAAD}" destId="{6213F5B5-47D1-4BA4-BBBF-2D75A60651CF}" srcOrd="1" destOrd="0" presId="urn:microsoft.com/office/officeart/2018/2/layout/IconVerticalSolidList"/>
    <dgm:cxn modelId="{49BE6502-25CC-49B1-B479-6ECD2B25C1BC}" type="presParOf" srcId="{99AF99BC-92D7-4D20-841A-125C9FAEEAAD}" destId="{3EDBA0BC-6FF5-4F05-AD21-381997D361BA}" srcOrd="2" destOrd="0" presId="urn:microsoft.com/office/officeart/2018/2/layout/IconVerticalSolidList"/>
    <dgm:cxn modelId="{A484BBDE-AF75-4848-9E7E-583D62AF64FB}" type="presParOf" srcId="{99AF99BC-92D7-4D20-841A-125C9FAEEAAD}" destId="{4453C360-4012-4E6A-8E8D-FC5D530B97A7}" srcOrd="3" destOrd="0" presId="urn:microsoft.com/office/officeart/2018/2/layout/IconVerticalSolidList"/>
    <dgm:cxn modelId="{0174945A-0274-46D8-AE8A-E84FE63F5E77}" type="presParOf" srcId="{4E6EAB9D-DFBC-4C06-AFA4-2058471EAF67}" destId="{2C7D6B2F-3095-4A4A-B193-FB9B216E2773}" srcOrd="1" destOrd="0" presId="urn:microsoft.com/office/officeart/2018/2/layout/IconVerticalSolidList"/>
    <dgm:cxn modelId="{561A5189-D6C3-4D9C-873A-1D35B0DC2B05}" type="presParOf" srcId="{4E6EAB9D-DFBC-4C06-AFA4-2058471EAF67}" destId="{8E3E0F97-0BED-42F1-A4DE-9D0436E2A353}" srcOrd="2" destOrd="0" presId="urn:microsoft.com/office/officeart/2018/2/layout/IconVerticalSolidList"/>
    <dgm:cxn modelId="{A9D682B1-AA4B-4731-8516-A431777B6D1C}" type="presParOf" srcId="{8E3E0F97-0BED-42F1-A4DE-9D0436E2A353}" destId="{969D9370-19A1-404C-B34F-C32298FE7DBA}" srcOrd="0" destOrd="0" presId="urn:microsoft.com/office/officeart/2018/2/layout/IconVerticalSolidList"/>
    <dgm:cxn modelId="{B5064724-4299-4050-8BD9-29CD88CDD9F0}" type="presParOf" srcId="{8E3E0F97-0BED-42F1-A4DE-9D0436E2A353}" destId="{C6DE6607-8821-4F48-B808-5D12CB4D626D}" srcOrd="1" destOrd="0" presId="urn:microsoft.com/office/officeart/2018/2/layout/IconVerticalSolidList"/>
    <dgm:cxn modelId="{505A1486-A97F-4ADD-8679-56BDFFDE46F5}" type="presParOf" srcId="{8E3E0F97-0BED-42F1-A4DE-9D0436E2A353}" destId="{70EF3A02-0926-402D-B10A-67CBC8461D72}" srcOrd="2" destOrd="0" presId="urn:microsoft.com/office/officeart/2018/2/layout/IconVerticalSolidList"/>
    <dgm:cxn modelId="{978C47D5-D21F-4D75-A0EB-0F600BB07E76}" type="presParOf" srcId="{8E3E0F97-0BED-42F1-A4DE-9D0436E2A353}" destId="{5308A4E3-2C44-4589-BAED-D6A8AD028A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BCEC43-13E8-477A-999B-A9A9F0114DF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A7101C1-32E5-4663-B39E-978FA1972434}">
      <dgm:prSet/>
      <dgm:spPr/>
      <dgm:t>
        <a:bodyPr/>
        <a:lstStyle/>
        <a:p>
          <a:pPr>
            <a:defRPr cap="all"/>
          </a:pPr>
          <a:r>
            <a:rPr lang="en-US"/>
            <a:t>The app includes four types of visual analysis:</a:t>
          </a:r>
        </a:p>
      </dgm:t>
    </dgm:pt>
    <dgm:pt modelId="{6BE8BCBC-A76B-4678-BF34-FBCC466E48A2}" type="parTrans" cxnId="{FB11B09A-BC6D-4265-B48B-25AE653CB777}">
      <dgm:prSet/>
      <dgm:spPr/>
      <dgm:t>
        <a:bodyPr/>
        <a:lstStyle/>
        <a:p>
          <a:endParaRPr lang="en-US"/>
        </a:p>
      </dgm:t>
    </dgm:pt>
    <dgm:pt modelId="{3D312C98-F189-4942-85F6-8CA5C5684442}" type="sibTrans" cxnId="{FB11B09A-BC6D-4265-B48B-25AE653CB777}">
      <dgm:prSet/>
      <dgm:spPr/>
      <dgm:t>
        <a:bodyPr/>
        <a:lstStyle/>
        <a:p>
          <a:endParaRPr lang="en-US"/>
        </a:p>
      </dgm:t>
    </dgm:pt>
    <dgm:pt modelId="{3D57F073-0562-4678-A563-8F00F0F24DB1}">
      <dgm:prSet/>
      <dgm:spPr/>
      <dgm:t>
        <a:bodyPr/>
        <a:lstStyle/>
        <a:p>
          <a:pPr>
            <a:defRPr cap="all"/>
          </a:pPr>
          <a:r>
            <a:rPr lang="en-US" b="1"/>
            <a:t>Numerical Distribution</a:t>
          </a:r>
          <a:r>
            <a:rPr lang="en-US"/>
            <a:t> – histograms with KDE curves.</a:t>
          </a:r>
        </a:p>
      </dgm:t>
    </dgm:pt>
    <dgm:pt modelId="{87DB59E5-2BC8-436E-A0C3-18F72A2D9C45}" type="parTrans" cxnId="{1F664E27-9B40-4C3E-8D00-3EEABB99CE29}">
      <dgm:prSet/>
      <dgm:spPr/>
      <dgm:t>
        <a:bodyPr/>
        <a:lstStyle/>
        <a:p>
          <a:endParaRPr lang="en-US"/>
        </a:p>
      </dgm:t>
    </dgm:pt>
    <dgm:pt modelId="{8857CA13-2D6E-4AAA-8A63-74E5A9501B9A}" type="sibTrans" cxnId="{1F664E27-9B40-4C3E-8D00-3EEABB99CE29}">
      <dgm:prSet/>
      <dgm:spPr/>
      <dgm:t>
        <a:bodyPr/>
        <a:lstStyle/>
        <a:p>
          <a:endParaRPr lang="en-US"/>
        </a:p>
      </dgm:t>
    </dgm:pt>
    <dgm:pt modelId="{803455B9-C37A-47B4-B44D-30C70FA089AC}">
      <dgm:prSet/>
      <dgm:spPr/>
      <dgm:t>
        <a:bodyPr/>
        <a:lstStyle/>
        <a:p>
          <a:pPr>
            <a:defRPr cap="all"/>
          </a:pPr>
          <a:r>
            <a:rPr lang="en-US" b="1"/>
            <a:t>Outliers</a:t>
          </a:r>
          <a:r>
            <a:rPr lang="en-US"/>
            <a:t> – boxplots for numeric features.</a:t>
          </a:r>
        </a:p>
      </dgm:t>
    </dgm:pt>
    <dgm:pt modelId="{5ACC6EF1-FEC7-4DCA-8D3D-D1CA974D68B9}" type="parTrans" cxnId="{DCE2CE4C-6AA9-4690-987E-32682BFAC783}">
      <dgm:prSet/>
      <dgm:spPr/>
      <dgm:t>
        <a:bodyPr/>
        <a:lstStyle/>
        <a:p>
          <a:endParaRPr lang="en-US"/>
        </a:p>
      </dgm:t>
    </dgm:pt>
    <dgm:pt modelId="{416D0049-FB12-4309-BCFB-73BB98F91C41}" type="sibTrans" cxnId="{DCE2CE4C-6AA9-4690-987E-32682BFAC783}">
      <dgm:prSet/>
      <dgm:spPr/>
      <dgm:t>
        <a:bodyPr/>
        <a:lstStyle/>
        <a:p>
          <a:endParaRPr lang="en-US"/>
        </a:p>
      </dgm:t>
    </dgm:pt>
    <dgm:pt modelId="{2CE27EC4-D556-467C-8577-A06FFC422223}">
      <dgm:prSet/>
      <dgm:spPr/>
      <dgm:t>
        <a:bodyPr/>
        <a:lstStyle/>
        <a:p>
          <a:pPr>
            <a:defRPr cap="all"/>
          </a:pPr>
          <a:r>
            <a:rPr lang="en-US" b="1"/>
            <a:t>Category Analysis</a:t>
          </a:r>
          <a:r>
            <a:rPr lang="en-US"/>
            <a:t> – count plots for categorical columns.</a:t>
          </a:r>
        </a:p>
      </dgm:t>
    </dgm:pt>
    <dgm:pt modelId="{0B680A09-9A35-4A68-A517-C00781E452C9}" type="parTrans" cxnId="{88269E31-5E5C-43F7-83D4-1101DAA8D255}">
      <dgm:prSet/>
      <dgm:spPr/>
      <dgm:t>
        <a:bodyPr/>
        <a:lstStyle/>
        <a:p>
          <a:endParaRPr lang="en-US"/>
        </a:p>
      </dgm:t>
    </dgm:pt>
    <dgm:pt modelId="{2E48966C-5F14-4489-9456-DE79E09484AE}" type="sibTrans" cxnId="{88269E31-5E5C-43F7-83D4-1101DAA8D255}">
      <dgm:prSet/>
      <dgm:spPr/>
      <dgm:t>
        <a:bodyPr/>
        <a:lstStyle/>
        <a:p>
          <a:endParaRPr lang="en-US"/>
        </a:p>
      </dgm:t>
    </dgm:pt>
    <dgm:pt modelId="{0F10E9F1-0120-4B14-BCAF-4CF3BBE30433}">
      <dgm:prSet/>
      <dgm:spPr/>
      <dgm:t>
        <a:bodyPr/>
        <a:lstStyle/>
        <a:p>
          <a:pPr>
            <a:defRPr cap="all"/>
          </a:pPr>
          <a:r>
            <a:rPr lang="en-US" b="1"/>
            <a:t>Correlation</a:t>
          </a:r>
          <a:r>
            <a:rPr lang="en-US"/>
            <a:t> – heatmap showing numeric relationships.</a:t>
          </a:r>
        </a:p>
      </dgm:t>
    </dgm:pt>
    <dgm:pt modelId="{AA17C8F9-6B1C-4519-9047-5719765A86B9}" type="parTrans" cxnId="{B8924CD6-9981-453A-94D8-A0E7F7D444A7}">
      <dgm:prSet/>
      <dgm:spPr/>
      <dgm:t>
        <a:bodyPr/>
        <a:lstStyle/>
        <a:p>
          <a:endParaRPr lang="en-US"/>
        </a:p>
      </dgm:t>
    </dgm:pt>
    <dgm:pt modelId="{A5C77833-5525-4716-9A3E-1DB336B7555D}" type="sibTrans" cxnId="{B8924CD6-9981-453A-94D8-A0E7F7D444A7}">
      <dgm:prSet/>
      <dgm:spPr/>
      <dgm:t>
        <a:bodyPr/>
        <a:lstStyle/>
        <a:p>
          <a:endParaRPr lang="en-US"/>
        </a:p>
      </dgm:t>
    </dgm:pt>
    <dgm:pt modelId="{89E5FA74-23DF-46CE-9A41-CF2DADE70C39}" type="pres">
      <dgm:prSet presAssocID="{17BCEC43-13E8-477A-999B-A9A9F0114DF0}" presName="root" presStyleCnt="0">
        <dgm:presLayoutVars>
          <dgm:dir/>
          <dgm:resizeHandles val="exact"/>
        </dgm:presLayoutVars>
      </dgm:prSet>
      <dgm:spPr/>
    </dgm:pt>
    <dgm:pt modelId="{B31DE486-7D9D-4151-BAB3-50FB1CF1AE0D}" type="pres">
      <dgm:prSet presAssocID="{CA7101C1-32E5-4663-B39E-978FA1972434}" presName="compNode" presStyleCnt="0"/>
      <dgm:spPr/>
    </dgm:pt>
    <dgm:pt modelId="{BABE53C4-57D6-4C3C-B43F-DDA6EF97A879}" type="pres">
      <dgm:prSet presAssocID="{CA7101C1-32E5-4663-B39E-978FA1972434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9265991-DE8C-46FA-9880-8113ADF3A728}" type="pres">
      <dgm:prSet presAssocID="{CA7101C1-32E5-4663-B39E-978FA197243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8D62C2F8-B690-4520-AACB-CD324494EA38}" type="pres">
      <dgm:prSet presAssocID="{CA7101C1-32E5-4663-B39E-978FA1972434}" presName="spaceRect" presStyleCnt="0"/>
      <dgm:spPr/>
    </dgm:pt>
    <dgm:pt modelId="{689C0ACD-154F-40AD-BB22-BB40EA695584}" type="pres">
      <dgm:prSet presAssocID="{CA7101C1-32E5-4663-B39E-978FA1972434}" presName="textRect" presStyleLbl="revTx" presStyleIdx="0" presStyleCnt="5">
        <dgm:presLayoutVars>
          <dgm:chMax val="1"/>
          <dgm:chPref val="1"/>
        </dgm:presLayoutVars>
      </dgm:prSet>
      <dgm:spPr/>
    </dgm:pt>
    <dgm:pt modelId="{41685FAA-37DF-4034-81BB-71EC274A07DE}" type="pres">
      <dgm:prSet presAssocID="{3D312C98-F189-4942-85F6-8CA5C5684442}" presName="sibTrans" presStyleCnt="0"/>
      <dgm:spPr/>
    </dgm:pt>
    <dgm:pt modelId="{49AC16F8-2250-4ED7-905B-DEFD92422B71}" type="pres">
      <dgm:prSet presAssocID="{3D57F073-0562-4678-A563-8F00F0F24DB1}" presName="compNode" presStyleCnt="0"/>
      <dgm:spPr/>
    </dgm:pt>
    <dgm:pt modelId="{BF86D9AE-9BE6-4A74-A382-23F88CFBD012}" type="pres">
      <dgm:prSet presAssocID="{3D57F073-0562-4678-A563-8F00F0F24DB1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C505F66-0BFE-41DB-806E-87EF141D9646}" type="pres">
      <dgm:prSet presAssocID="{3D57F073-0562-4678-A563-8F00F0F24DB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EE4047C5-23C2-4C87-BCAE-FAD9D3517608}" type="pres">
      <dgm:prSet presAssocID="{3D57F073-0562-4678-A563-8F00F0F24DB1}" presName="spaceRect" presStyleCnt="0"/>
      <dgm:spPr/>
    </dgm:pt>
    <dgm:pt modelId="{A589A01A-3ADC-4A28-A6B9-CABF70F0ABB5}" type="pres">
      <dgm:prSet presAssocID="{3D57F073-0562-4678-A563-8F00F0F24DB1}" presName="textRect" presStyleLbl="revTx" presStyleIdx="1" presStyleCnt="5">
        <dgm:presLayoutVars>
          <dgm:chMax val="1"/>
          <dgm:chPref val="1"/>
        </dgm:presLayoutVars>
      </dgm:prSet>
      <dgm:spPr/>
    </dgm:pt>
    <dgm:pt modelId="{5DE00CCB-4FEE-4397-991B-70FE4707C3B4}" type="pres">
      <dgm:prSet presAssocID="{8857CA13-2D6E-4AAA-8A63-74E5A9501B9A}" presName="sibTrans" presStyleCnt="0"/>
      <dgm:spPr/>
    </dgm:pt>
    <dgm:pt modelId="{A724B090-8E43-4D2F-9308-3F4C693AE246}" type="pres">
      <dgm:prSet presAssocID="{803455B9-C37A-47B4-B44D-30C70FA089AC}" presName="compNode" presStyleCnt="0"/>
      <dgm:spPr/>
    </dgm:pt>
    <dgm:pt modelId="{09C65BCD-9A74-43B4-8188-5AFA62CE4761}" type="pres">
      <dgm:prSet presAssocID="{803455B9-C37A-47B4-B44D-30C70FA089AC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38F58A5-E7B4-49B4-BB42-4DD9CD179420}" type="pres">
      <dgm:prSet presAssocID="{803455B9-C37A-47B4-B44D-30C70FA089A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E72B4036-4B39-44D4-9561-42B94E951039}" type="pres">
      <dgm:prSet presAssocID="{803455B9-C37A-47B4-B44D-30C70FA089AC}" presName="spaceRect" presStyleCnt="0"/>
      <dgm:spPr/>
    </dgm:pt>
    <dgm:pt modelId="{B1821F54-61BE-4AC4-A533-E5217DF20331}" type="pres">
      <dgm:prSet presAssocID="{803455B9-C37A-47B4-B44D-30C70FA089AC}" presName="textRect" presStyleLbl="revTx" presStyleIdx="2" presStyleCnt="5">
        <dgm:presLayoutVars>
          <dgm:chMax val="1"/>
          <dgm:chPref val="1"/>
        </dgm:presLayoutVars>
      </dgm:prSet>
      <dgm:spPr/>
    </dgm:pt>
    <dgm:pt modelId="{8DC0E617-7876-4217-A755-EF7E2C848889}" type="pres">
      <dgm:prSet presAssocID="{416D0049-FB12-4309-BCFB-73BB98F91C41}" presName="sibTrans" presStyleCnt="0"/>
      <dgm:spPr/>
    </dgm:pt>
    <dgm:pt modelId="{3CB1E5BC-EB2A-457D-A13C-72AEB06C6DBB}" type="pres">
      <dgm:prSet presAssocID="{2CE27EC4-D556-467C-8577-A06FFC422223}" presName="compNode" presStyleCnt="0"/>
      <dgm:spPr/>
    </dgm:pt>
    <dgm:pt modelId="{BCB6FBAE-490B-40FB-8D3D-681360881DF7}" type="pres">
      <dgm:prSet presAssocID="{2CE27EC4-D556-467C-8577-A06FFC422223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D96DDC8-626C-467F-A6AD-93B5C622D961}" type="pres">
      <dgm:prSet presAssocID="{2CE27EC4-D556-467C-8577-A06FFC42222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67BE43D-5930-446E-92D3-7118C3F85CE3}" type="pres">
      <dgm:prSet presAssocID="{2CE27EC4-D556-467C-8577-A06FFC422223}" presName="spaceRect" presStyleCnt="0"/>
      <dgm:spPr/>
    </dgm:pt>
    <dgm:pt modelId="{9D7A2D35-5CD4-4D87-9234-2D75BB2057CB}" type="pres">
      <dgm:prSet presAssocID="{2CE27EC4-D556-467C-8577-A06FFC422223}" presName="textRect" presStyleLbl="revTx" presStyleIdx="3" presStyleCnt="5">
        <dgm:presLayoutVars>
          <dgm:chMax val="1"/>
          <dgm:chPref val="1"/>
        </dgm:presLayoutVars>
      </dgm:prSet>
      <dgm:spPr/>
    </dgm:pt>
    <dgm:pt modelId="{E0758ECA-9880-49D3-B93D-6FA0E342EFB2}" type="pres">
      <dgm:prSet presAssocID="{2E48966C-5F14-4489-9456-DE79E09484AE}" presName="sibTrans" presStyleCnt="0"/>
      <dgm:spPr/>
    </dgm:pt>
    <dgm:pt modelId="{12B3B0DE-4E9B-4529-BC49-C25A1589D694}" type="pres">
      <dgm:prSet presAssocID="{0F10E9F1-0120-4B14-BCAF-4CF3BBE30433}" presName="compNode" presStyleCnt="0"/>
      <dgm:spPr/>
    </dgm:pt>
    <dgm:pt modelId="{DC0C61F1-877F-48A3-8C6F-83F1F0167F4B}" type="pres">
      <dgm:prSet presAssocID="{0F10E9F1-0120-4B14-BCAF-4CF3BBE30433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568FA58-9442-48A0-AFF7-11CBEEE56275}" type="pres">
      <dgm:prSet presAssocID="{0F10E9F1-0120-4B14-BCAF-4CF3BBE3043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55DF155-D0CD-4BCD-B2A3-171075D54256}" type="pres">
      <dgm:prSet presAssocID="{0F10E9F1-0120-4B14-BCAF-4CF3BBE30433}" presName="spaceRect" presStyleCnt="0"/>
      <dgm:spPr/>
    </dgm:pt>
    <dgm:pt modelId="{E387FEEB-DE7D-4710-9D39-4B6B3137FCCE}" type="pres">
      <dgm:prSet presAssocID="{0F10E9F1-0120-4B14-BCAF-4CF3BBE3043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F664E27-9B40-4C3E-8D00-3EEABB99CE29}" srcId="{17BCEC43-13E8-477A-999B-A9A9F0114DF0}" destId="{3D57F073-0562-4678-A563-8F00F0F24DB1}" srcOrd="1" destOrd="0" parTransId="{87DB59E5-2BC8-436E-A0C3-18F72A2D9C45}" sibTransId="{8857CA13-2D6E-4AAA-8A63-74E5A9501B9A}"/>
    <dgm:cxn modelId="{88269E31-5E5C-43F7-83D4-1101DAA8D255}" srcId="{17BCEC43-13E8-477A-999B-A9A9F0114DF0}" destId="{2CE27EC4-D556-467C-8577-A06FFC422223}" srcOrd="3" destOrd="0" parTransId="{0B680A09-9A35-4A68-A517-C00781E452C9}" sibTransId="{2E48966C-5F14-4489-9456-DE79E09484AE}"/>
    <dgm:cxn modelId="{7F7D8D3B-DA15-4CCB-A446-B64427FBB630}" type="presOf" srcId="{2CE27EC4-D556-467C-8577-A06FFC422223}" destId="{9D7A2D35-5CD4-4D87-9234-2D75BB2057CB}" srcOrd="0" destOrd="0" presId="urn:microsoft.com/office/officeart/2018/5/layout/IconLeafLabelList"/>
    <dgm:cxn modelId="{D2EC3F41-15B2-4036-B2AA-8C17E6BDBB00}" type="presOf" srcId="{803455B9-C37A-47B4-B44D-30C70FA089AC}" destId="{B1821F54-61BE-4AC4-A533-E5217DF20331}" srcOrd="0" destOrd="0" presId="urn:microsoft.com/office/officeart/2018/5/layout/IconLeafLabelList"/>
    <dgm:cxn modelId="{DCE2CE4C-6AA9-4690-987E-32682BFAC783}" srcId="{17BCEC43-13E8-477A-999B-A9A9F0114DF0}" destId="{803455B9-C37A-47B4-B44D-30C70FA089AC}" srcOrd="2" destOrd="0" parTransId="{5ACC6EF1-FEC7-4DCA-8D3D-D1CA974D68B9}" sibTransId="{416D0049-FB12-4309-BCFB-73BB98F91C41}"/>
    <dgm:cxn modelId="{2F859F7A-162D-47A0-B3AC-3896EFA7FE47}" type="presOf" srcId="{17BCEC43-13E8-477A-999B-A9A9F0114DF0}" destId="{89E5FA74-23DF-46CE-9A41-CF2DADE70C39}" srcOrd="0" destOrd="0" presId="urn:microsoft.com/office/officeart/2018/5/layout/IconLeafLabelList"/>
    <dgm:cxn modelId="{FB11B09A-BC6D-4265-B48B-25AE653CB777}" srcId="{17BCEC43-13E8-477A-999B-A9A9F0114DF0}" destId="{CA7101C1-32E5-4663-B39E-978FA1972434}" srcOrd="0" destOrd="0" parTransId="{6BE8BCBC-A76B-4678-BF34-FBCC466E48A2}" sibTransId="{3D312C98-F189-4942-85F6-8CA5C5684442}"/>
    <dgm:cxn modelId="{79A646C5-726C-4236-BB71-9DBA29CD26CA}" type="presOf" srcId="{3D57F073-0562-4678-A563-8F00F0F24DB1}" destId="{A589A01A-3ADC-4A28-A6B9-CABF70F0ABB5}" srcOrd="0" destOrd="0" presId="urn:microsoft.com/office/officeart/2018/5/layout/IconLeafLabelList"/>
    <dgm:cxn modelId="{B8924CD6-9981-453A-94D8-A0E7F7D444A7}" srcId="{17BCEC43-13E8-477A-999B-A9A9F0114DF0}" destId="{0F10E9F1-0120-4B14-BCAF-4CF3BBE30433}" srcOrd="4" destOrd="0" parTransId="{AA17C8F9-6B1C-4519-9047-5719765A86B9}" sibTransId="{A5C77833-5525-4716-9A3E-1DB336B7555D}"/>
    <dgm:cxn modelId="{955CE7DA-E4C0-4624-B212-DA396EBE8151}" type="presOf" srcId="{CA7101C1-32E5-4663-B39E-978FA1972434}" destId="{689C0ACD-154F-40AD-BB22-BB40EA695584}" srcOrd="0" destOrd="0" presId="urn:microsoft.com/office/officeart/2018/5/layout/IconLeafLabelList"/>
    <dgm:cxn modelId="{DCE007F7-289E-4C90-A706-729ED0263C87}" type="presOf" srcId="{0F10E9F1-0120-4B14-BCAF-4CF3BBE30433}" destId="{E387FEEB-DE7D-4710-9D39-4B6B3137FCCE}" srcOrd="0" destOrd="0" presId="urn:microsoft.com/office/officeart/2018/5/layout/IconLeafLabelList"/>
    <dgm:cxn modelId="{252BFE27-4D54-4210-A0C3-86133E9EA459}" type="presParOf" srcId="{89E5FA74-23DF-46CE-9A41-CF2DADE70C39}" destId="{B31DE486-7D9D-4151-BAB3-50FB1CF1AE0D}" srcOrd="0" destOrd="0" presId="urn:microsoft.com/office/officeart/2018/5/layout/IconLeafLabelList"/>
    <dgm:cxn modelId="{202AC604-8ADB-4A66-8AB0-05F60BE8D915}" type="presParOf" srcId="{B31DE486-7D9D-4151-BAB3-50FB1CF1AE0D}" destId="{BABE53C4-57D6-4C3C-B43F-DDA6EF97A879}" srcOrd="0" destOrd="0" presId="urn:microsoft.com/office/officeart/2018/5/layout/IconLeafLabelList"/>
    <dgm:cxn modelId="{FB057ED8-C589-4A19-964E-B49C95246ED0}" type="presParOf" srcId="{B31DE486-7D9D-4151-BAB3-50FB1CF1AE0D}" destId="{29265991-DE8C-46FA-9880-8113ADF3A728}" srcOrd="1" destOrd="0" presId="urn:microsoft.com/office/officeart/2018/5/layout/IconLeafLabelList"/>
    <dgm:cxn modelId="{62A51565-21C9-4E42-983D-7CA22D748503}" type="presParOf" srcId="{B31DE486-7D9D-4151-BAB3-50FB1CF1AE0D}" destId="{8D62C2F8-B690-4520-AACB-CD324494EA38}" srcOrd="2" destOrd="0" presId="urn:microsoft.com/office/officeart/2018/5/layout/IconLeafLabelList"/>
    <dgm:cxn modelId="{057BC2E5-8362-49B2-A093-F11C15767401}" type="presParOf" srcId="{B31DE486-7D9D-4151-BAB3-50FB1CF1AE0D}" destId="{689C0ACD-154F-40AD-BB22-BB40EA695584}" srcOrd="3" destOrd="0" presId="urn:microsoft.com/office/officeart/2018/5/layout/IconLeafLabelList"/>
    <dgm:cxn modelId="{3976020E-4E0B-4BBE-B1AA-3DA5804EBD64}" type="presParOf" srcId="{89E5FA74-23DF-46CE-9A41-CF2DADE70C39}" destId="{41685FAA-37DF-4034-81BB-71EC274A07DE}" srcOrd="1" destOrd="0" presId="urn:microsoft.com/office/officeart/2018/5/layout/IconLeafLabelList"/>
    <dgm:cxn modelId="{3E147358-445C-44B3-AEDC-200A16116E67}" type="presParOf" srcId="{89E5FA74-23DF-46CE-9A41-CF2DADE70C39}" destId="{49AC16F8-2250-4ED7-905B-DEFD92422B71}" srcOrd="2" destOrd="0" presId="urn:microsoft.com/office/officeart/2018/5/layout/IconLeafLabelList"/>
    <dgm:cxn modelId="{157574C7-E111-47DC-AE55-DC0387809293}" type="presParOf" srcId="{49AC16F8-2250-4ED7-905B-DEFD92422B71}" destId="{BF86D9AE-9BE6-4A74-A382-23F88CFBD012}" srcOrd="0" destOrd="0" presId="urn:microsoft.com/office/officeart/2018/5/layout/IconLeafLabelList"/>
    <dgm:cxn modelId="{2F1C0E23-6932-4AA9-8754-53D45C8C4038}" type="presParOf" srcId="{49AC16F8-2250-4ED7-905B-DEFD92422B71}" destId="{DC505F66-0BFE-41DB-806E-87EF141D9646}" srcOrd="1" destOrd="0" presId="urn:microsoft.com/office/officeart/2018/5/layout/IconLeafLabelList"/>
    <dgm:cxn modelId="{4F65C2C4-EF4E-4661-98AD-00B3C84E70CF}" type="presParOf" srcId="{49AC16F8-2250-4ED7-905B-DEFD92422B71}" destId="{EE4047C5-23C2-4C87-BCAE-FAD9D3517608}" srcOrd="2" destOrd="0" presId="urn:microsoft.com/office/officeart/2018/5/layout/IconLeafLabelList"/>
    <dgm:cxn modelId="{F8A1EB15-BF09-463C-BE1B-D1E27C08D8DA}" type="presParOf" srcId="{49AC16F8-2250-4ED7-905B-DEFD92422B71}" destId="{A589A01A-3ADC-4A28-A6B9-CABF70F0ABB5}" srcOrd="3" destOrd="0" presId="urn:microsoft.com/office/officeart/2018/5/layout/IconLeafLabelList"/>
    <dgm:cxn modelId="{EF7E92E4-3BD5-43EB-967D-4B99FD81638F}" type="presParOf" srcId="{89E5FA74-23DF-46CE-9A41-CF2DADE70C39}" destId="{5DE00CCB-4FEE-4397-991B-70FE4707C3B4}" srcOrd="3" destOrd="0" presId="urn:microsoft.com/office/officeart/2018/5/layout/IconLeafLabelList"/>
    <dgm:cxn modelId="{DF39CC0A-2271-4B58-8DCB-D0872063DF24}" type="presParOf" srcId="{89E5FA74-23DF-46CE-9A41-CF2DADE70C39}" destId="{A724B090-8E43-4D2F-9308-3F4C693AE246}" srcOrd="4" destOrd="0" presId="urn:microsoft.com/office/officeart/2018/5/layout/IconLeafLabelList"/>
    <dgm:cxn modelId="{3315E3DB-5EE4-4A89-99E1-6AD3A54F59FF}" type="presParOf" srcId="{A724B090-8E43-4D2F-9308-3F4C693AE246}" destId="{09C65BCD-9A74-43B4-8188-5AFA62CE4761}" srcOrd="0" destOrd="0" presId="urn:microsoft.com/office/officeart/2018/5/layout/IconLeafLabelList"/>
    <dgm:cxn modelId="{24A54BA0-0EA8-4712-AE98-7BA749192A09}" type="presParOf" srcId="{A724B090-8E43-4D2F-9308-3F4C693AE246}" destId="{138F58A5-E7B4-49B4-BB42-4DD9CD179420}" srcOrd="1" destOrd="0" presId="urn:microsoft.com/office/officeart/2018/5/layout/IconLeafLabelList"/>
    <dgm:cxn modelId="{7B138985-D6E4-4C91-B1A7-997CF437168C}" type="presParOf" srcId="{A724B090-8E43-4D2F-9308-3F4C693AE246}" destId="{E72B4036-4B39-44D4-9561-42B94E951039}" srcOrd="2" destOrd="0" presId="urn:microsoft.com/office/officeart/2018/5/layout/IconLeafLabelList"/>
    <dgm:cxn modelId="{2CD4DC53-29F9-4A12-8211-0A31832AA484}" type="presParOf" srcId="{A724B090-8E43-4D2F-9308-3F4C693AE246}" destId="{B1821F54-61BE-4AC4-A533-E5217DF20331}" srcOrd="3" destOrd="0" presId="urn:microsoft.com/office/officeart/2018/5/layout/IconLeafLabelList"/>
    <dgm:cxn modelId="{67D42912-B885-4955-AD9F-BC8C0C9304E6}" type="presParOf" srcId="{89E5FA74-23DF-46CE-9A41-CF2DADE70C39}" destId="{8DC0E617-7876-4217-A755-EF7E2C848889}" srcOrd="5" destOrd="0" presId="urn:microsoft.com/office/officeart/2018/5/layout/IconLeafLabelList"/>
    <dgm:cxn modelId="{420B763A-0418-4D37-BC0B-C3DD90F15161}" type="presParOf" srcId="{89E5FA74-23DF-46CE-9A41-CF2DADE70C39}" destId="{3CB1E5BC-EB2A-457D-A13C-72AEB06C6DBB}" srcOrd="6" destOrd="0" presId="urn:microsoft.com/office/officeart/2018/5/layout/IconLeafLabelList"/>
    <dgm:cxn modelId="{98627FE8-36FD-4633-B2DC-0283E6A1E97A}" type="presParOf" srcId="{3CB1E5BC-EB2A-457D-A13C-72AEB06C6DBB}" destId="{BCB6FBAE-490B-40FB-8D3D-681360881DF7}" srcOrd="0" destOrd="0" presId="urn:microsoft.com/office/officeart/2018/5/layout/IconLeafLabelList"/>
    <dgm:cxn modelId="{D347CA3C-0F57-467C-ADA0-A7D7D215245C}" type="presParOf" srcId="{3CB1E5BC-EB2A-457D-A13C-72AEB06C6DBB}" destId="{DD96DDC8-626C-467F-A6AD-93B5C622D961}" srcOrd="1" destOrd="0" presId="urn:microsoft.com/office/officeart/2018/5/layout/IconLeafLabelList"/>
    <dgm:cxn modelId="{0D676E21-7FBF-4C72-977D-47AC3E927465}" type="presParOf" srcId="{3CB1E5BC-EB2A-457D-A13C-72AEB06C6DBB}" destId="{A67BE43D-5930-446E-92D3-7118C3F85CE3}" srcOrd="2" destOrd="0" presId="urn:microsoft.com/office/officeart/2018/5/layout/IconLeafLabelList"/>
    <dgm:cxn modelId="{0919AF07-E6E2-4294-A964-879B174CC879}" type="presParOf" srcId="{3CB1E5BC-EB2A-457D-A13C-72AEB06C6DBB}" destId="{9D7A2D35-5CD4-4D87-9234-2D75BB2057CB}" srcOrd="3" destOrd="0" presId="urn:microsoft.com/office/officeart/2018/5/layout/IconLeafLabelList"/>
    <dgm:cxn modelId="{C090AB52-D2A8-44ED-B9CC-375C067DCBCE}" type="presParOf" srcId="{89E5FA74-23DF-46CE-9A41-CF2DADE70C39}" destId="{E0758ECA-9880-49D3-B93D-6FA0E342EFB2}" srcOrd="7" destOrd="0" presId="urn:microsoft.com/office/officeart/2018/5/layout/IconLeafLabelList"/>
    <dgm:cxn modelId="{5F9140A0-6D0A-4F86-9F7E-0B10DCE34091}" type="presParOf" srcId="{89E5FA74-23DF-46CE-9A41-CF2DADE70C39}" destId="{12B3B0DE-4E9B-4529-BC49-C25A1589D694}" srcOrd="8" destOrd="0" presId="urn:microsoft.com/office/officeart/2018/5/layout/IconLeafLabelList"/>
    <dgm:cxn modelId="{B6DD5D31-D789-41D6-A017-2B90D3174E26}" type="presParOf" srcId="{12B3B0DE-4E9B-4529-BC49-C25A1589D694}" destId="{DC0C61F1-877F-48A3-8C6F-83F1F0167F4B}" srcOrd="0" destOrd="0" presId="urn:microsoft.com/office/officeart/2018/5/layout/IconLeafLabelList"/>
    <dgm:cxn modelId="{AAA0A76D-83EF-4550-AEEA-B6D4968BAC21}" type="presParOf" srcId="{12B3B0DE-4E9B-4529-BC49-C25A1589D694}" destId="{6568FA58-9442-48A0-AFF7-11CBEEE56275}" srcOrd="1" destOrd="0" presId="urn:microsoft.com/office/officeart/2018/5/layout/IconLeafLabelList"/>
    <dgm:cxn modelId="{5DBAD50B-DF8A-407D-A13F-436E213D41E4}" type="presParOf" srcId="{12B3B0DE-4E9B-4529-BC49-C25A1589D694}" destId="{755DF155-D0CD-4BCD-B2A3-171075D54256}" srcOrd="2" destOrd="0" presId="urn:microsoft.com/office/officeart/2018/5/layout/IconLeafLabelList"/>
    <dgm:cxn modelId="{22A68DD6-F49C-4D23-AD87-68BE1B05A542}" type="presParOf" srcId="{12B3B0DE-4E9B-4529-BC49-C25A1589D694}" destId="{E387FEEB-DE7D-4710-9D39-4B6B3137FCC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2EFF29-8F33-4ACD-8BA2-D6ED14283057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FC094-115E-4878-A639-3F545A5B984B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23F0E-4CDF-4F10-8361-7CC9D622D297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If more than one checkbox is selected, a warning appears:</a:t>
          </a:r>
        </a:p>
      </dsp:txBody>
      <dsp:txXfrm>
        <a:off x="1507738" y="707092"/>
        <a:ext cx="9007861" cy="1305401"/>
      </dsp:txXfrm>
    </dsp:sp>
    <dsp:sp modelId="{3005D8D3-5C8D-442E-B3BC-502FC5B82F6C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B3081-F1D9-4C40-8EF3-938AFAC4B32B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72ED2-624C-410A-BDFE-A16336DD1744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“There is an error in the selection, please select only one option.”</a:t>
          </a:r>
        </a:p>
      </dsp:txBody>
      <dsp:txXfrm>
        <a:off x="1507738" y="2338844"/>
        <a:ext cx="9007861" cy="1305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57100-343C-43EF-BA0D-E66272E3D911}">
      <dsp:nvSpPr>
        <dsp:cNvPr id="0" name=""/>
        <dsp:cNvSpPr/>
      </dsp:nvSpPr>
      <dsp:spPr>
        <a:xfrm>
          <a:off x="0" y="1039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app includes several checkboxes that control which analysis to run:</a:t>
          </a:r>
        </a:p>
      </dsp:txBody>
      <dsp:txXfrm>
        <a:off x="31185" y="41584"/>
        <a:ext cx="6604463" cy="576450"/>
      </dsp:txXfrm>
    </dsp:sp>
    <dsp:sp modelId="{E9B9DB06-5E93-4929-B564-4058CAD51B73}">
      <dsp:nvSpPr>
        <dsp:cNvPr id="0" name=""/>
        <dsp:cNvSpPr/>
      </dsp:nvSpPr>
      <dsp:spPr>
        <a:xfrm>
          <a:off x="0" y="69529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920516"/>
                <a:satOff val="-2642"/>
                <a:lumOff val="-42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20516"/>
                <a:satOff val="-2642"/>
                <a:lumOff val="-42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20516"/>
                <a:satOff val="-2642"/>
                <a:lumOff val="-42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Info Dataset Big Mart</a:t>
          </a:r>
          <a:r>
            <a:rPr lang="en-US" sz="1600" kern="1200"/>
            <a:t> – Displays data shape, info, and data types.</a:t>
          </a:r>
        </a:p>
      </dsp:txBody>
      <dsp:txXfrm>
        <a:off x="31185" y="726484"/>
        <a:ext cx="6604463" cy="576450"/>
      </dsp:txXfrm>
    </dsp:sp>
    <dsp:sp modelId="{457BC2EB-AB27-4A5B-A3A0-11B0607C3F1B}">
      <dsp:nvSpPr>
        <dsp:cNvPr id="0" name=""/>
        <dsp:cNvSpPr/>
      </dsp:nvSpPr>
      <dsp:spPr>
        <a:xfrm>
          <a:off x="0" y="138019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1841033"/>
                <a:satOff val="-5284"/>
                <a:lumOff val="-84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41033"/>
                <a:satOff val="-5284"/>
                <a:lumOff val="-84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41033"/>
                <a:satOff val="-5284"/>
                <a:lumOff val="-84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Describe Dataset</a:t>
          </a:r>
          <a:r>
            <a:rPr lang="en-US" sz="1600" kern="1200"/>
            <a:t> – Shows statistical summaries (mean, std, min, max, etc.).</a:t>
          </a:r>
        </a:p>
      </dsp:txBody>
      <dsp:txXfrm>
        <a:off x="31185" y="1411384"/>
        <a:ext cx="6604463" cy="576450"/>
      </dsp:txXfrm>
    </dsp:sp>
    <dsp:sp modelId="{E7CD50E1-6444-4CA1-BC58-127FAE08AE2B}">
      <dsp:nvSpPr>
        <dsp:cNvPr id="0" name=""/>
        <dsp:cNvSpPr/>
      </dsp:nvSpPr>
      <dsp:spPr>
        <a:xfrm>
          <a:off x="0" y="206509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2761549"/>
                <a:satOff val="-7926"/>
                <a:lumOff val="-126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761549"/>
                <a:satOff val="-7926"/>
                <a:lumOff val="-126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761549"/>
                <a:satOff val="-7926"/>
                <a:lumOff val="-126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Dataset Overview</a:t>
          </a:r>
          <a:r>
            <a:rPr lang="en-US" sz="1600" kern="1200"/>
            <a:t> – Displays the full dataset.</a:t>
          </a:r>
        </a:p>
      </dsp:txBody>
      <dsp:txXfrm>
        <a:off x="31185" y="2096284"/>
        <a:ext cx="6604463" cy="576450"/>
      </dsp:txXfrm>
    </dsp:sp>
    <dsp:sp modelId="{38C7C8AC-3E4A-40BD-A984-A21F3F549F2D}">
      <dsp:nvSpPr>
        <dsp:cNvPr id="0" name=""/>
        <dsp:cNvSpPr/>
      </dsp:nvSpPr>
      <dsp:spPr>
        <a:xfrm>
          <a:off x="0" y="275000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3682065"/>
                <a:satOff val="-10567"/>
                <a:lumOff val="-169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682065"/>
                <a:satOff val="-10567"/>
                <a:lumOff val="-169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682065"/>
                <a:satOff val="-10567"/>
                <a:lumOff val="-169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Handling Missing Values</a:t>
          </a:r>
          <a:r>
            <a:rPr lang="en-US" sz="1600" kern="1200"/>
            <a:t> – Cleans missing data.</a:t>
          </a:r>
        </a:p>
      </dsp:txBody>
      <dsp:txXfrm>
        <a:off x="31185" y="2781185"/>
        <a:ext cx="6604463" cy="576450"/>
      </dsp:txXfrm>
    </dsp:sp>
    <dsp:sp modelId="{9EFA5FF8-973A-46A8-86E0-A8F99B2EA91F}">
      <dsp:nvSpPr>
        <dsp:cNvPr id="0" name=""/>
        <dsp:cNvSpPr/>
      </dsp:nvSpPr>
      <dsp:spPr>
        <a:xfrm>
          <a:off x="0" y="343490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4602581"/>
                <a:satOff val="-13209"/>
                <a:lumOff val="-211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02581"/>
                <a:satOff val="-13209"/>
                <a:lumOff val="-211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02581"/>
                <a:satOff val="-13209"/>
                <a:lumOff val="-211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Statistical Outlier Analysis</a:t>
          </a:r>
          <a:r>
            <a:rPr lang="en-US" sz="1600" kern="1200"/>
            <a:t> – Detects and analyzes outliers.</a:t>
          </a:r>
        </a:p>
      </dsp:txBody>
      <dsp:txXfrm>
        <a:off x="31185" y="3466085"/>
        <a:ext cx="6604463" cy="576450"/>
      </dsp:txXfrm>
    </dsp:sp>
    <dsp:sp modelId="{E43577F3-84E6-4858-936B-0C6F62B6AB82}">
      <dsp:nvSpPr>
        <dsp:cNvPr id="0" name=""/>
        <dsp:cNvSpPr/>
      </dsp:nvSpPr>
      <dsp:spPr>
        <a:xfrm>
          <a:off x="0" y="411980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5523098"/>
                <a:satOff val="-15851"/>
                <a:lumOff val="-253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523098"/>
                <a:satOff val="-15851"/>
                <a:lumOff val="-253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523098"/>
                <a:satOff val="-15851"/>
                <a:lumOff val="-253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Handling Data Type Category</a:t>
          </a:r>
          <a:r>
            <a:rPr lang="en-US" sz="1600" kern="1200"/>
            <a:t> – Converts categorical data to numeric.</a:t>
          </a:r>
        </a:p>
      </dsp:txBody>
      <dsp:txXfrm>
        <a:off x="31185" y="4150985"/>
        <a:ext cx="6604463" cy="576450"/>
      </dsp:txXfrm>
    </dsp:sp>
    <dsp:sp modelId="{5096C86F-6E23-4E42-8C99-E1FE7575CA38}">
      <dsp:nvSpPr>
        <dsp:cNvPr id="0" name=""/>
        <dsp:cNvSpPr/>
      </dsp:nvSpPr>
      <dsp:spPr>
        <a:xfrm>
          <a:off x="0" y="480470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Visualization Data Mart</a:t>
          </a:r>
          <a:r>
            <a:rPr lang="en-US" sz="1600" kern="1200"/>
            <a:t> – Displays various plots and charts.</a:t>
          </a:r>
        </a:p>
      </dsp:txBody>
      <dsp:txXfrm>
        <a:off x="31185" y="4835885"/>
        <a:ext cx="6604463" cy="5764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EA0EA-5BFD-475D-9C42-65D4ABA440EC}">
      <dsp:nvSpPr>
        <dsp:cNvPr id="0" name=""/>
        <dsp:cNvSpPr/>
      </dsp:nvSpPr>
      <dsp:spPr>
        <a:xfrm>
          <a:off x="0" y="667973"/>
          <a:ext cx="6245265" cy="1352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The app automatically fills missing values:</a:t>
          </a:r>
        </a:p>
      </dsp:txBody>
      <dsp:txXfrm>
        <a:off x="66025" y="733998"/>
        <a:ext cx="6113215" cy="1220470"/>
      </dsp:txXfrm>
    </dsp:sp>
    <dsp:sp modelId="{DAE0A449-6EBC-49C5-BC33-0D48B5427228}">
      <dsp:nvSpPr>
        <dsp:cNvPr id="0" name=""/>
        <dsp:cNvSpPr/>
      </dsp:nvSpPr>
      <dsp:spPr>
        <a:xfrm>
          <a:off x="0" y="2118413"/>
          <a:ext cx="6245265" cy="135252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/>
            <a:t>Weight</a:t>
          </a:r>
          <a:r>
            <a:rPr lang="en-US" sz="3400" kern="1200"/>
            <a:t> → replaced with the column mean.</a:t>
          </a:r>
        </a:p>
      </dsp:txBody>
      <dsp:txXfrm>
        <a:off x="66025" y="2184438"/>
        <a:ext cx="6113215" cy="1220470"/>
      </dsp:txXfrm>
    </dsp:sp>
    <dsp:sp modelId="{6E4EE0BA-FD63-416B-89D1-910B21BFF518}">
      <dsp:nvSpPr>
        <dsp:cNvPr id="0" name=""/>
        <dsp:cNvSpPr/>
      </dsp:nvSpPr>
      <dsp:spPr>
        <a:xfrm>
          <a:off x="0" y="3568853"/>
          <a:ext cx="6245265" cy="13525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/>
            <a:t>OutletSize</a:t>
          </a:r>
          <a:r>
            <a:rPr lang="en-US" sz="3400" kern="1200"/>
            <a:t> → replaced with the most frequent value (mode).</a:t>
          </a:r>
        </a:p>
      </dsp:txBody>
      <dsp:txXfrm>
        <a:off x="66025" y="3634878"/>
        <a:ext cx="6113215" cy="12204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BBCD8-BF52-431B-BFE5-88D3CBADCB3F}">
      <dsp:nvSpPr>
        <dsp:cNvPr id="0" name=""/>
        <dsp:cNvSpPr/>
      </dsp:nvSpPr>
      <dsp:spPr>
        <a:xfrm>
          <a:off x="682185" y="0"/>
          <a:ext cx="5536141" cy="5536141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36226-92D8-44E4-B12F-82BB93EB573A}">
      <dsp:nvSpPr>
        <dsp:cNvPr id="0" name=""/>
        <dsp:cNvSpPr/>
      </dsp:nvSpPr>
      <dsp:spPr>
        <a:xfrm>
          <a:off x="1208118" y="525933"/>
          <a:ext cx="2159094" cy="21590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Two statistical methods are used:</a:t>
          </a:r>
        </a:p>
      </dsp:txBody>
      <dsp:txXfrm>
        <a:off x="1313516" y="631331"/>
        <a:ext cx="1948298" cy="1948298"/>
      </dsp:txXfrm>
    </dsp:sp>
    <dsp:sp modelId="{0D04754C-3C52-49F9-A00A-F1C530F9E4F0}">
      <dsp:nvSpPr>
        <dsp:cNvPr id="0" name=""/>
        <dsp:cNvSpPr/>
      </dsp:nvSpPr>
      <dsp:spPr>
        <a:xfrm>
          <a:off x="3533298" y="525933"/>
          <a:ext cx="2159094" cy="215909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Z-Score Method</a:t>
          </a:r>
          <a:endParaRPr lang="en-US" sz="1700" kern="1200"/>
        </a:p>
      </dsp:txBody>
      <dsp:txXfrm>
        <a:off x="3638696" y="631331"/>
        <a:ext cx="1948298" cy="1948298"/>
      </dsp:txXfrm>
    </dsp:sp>
    <dsp:sp modelId="{8BFBE99C-A2A1-4762-A1B7-026204790D87}">
      <dsp:nvSpPr>
        <dsp:cNvPr id="0" name=""/>
        <dsp:cNvSpPr/>
      </dsp:nvSpPr>
      <dsp:spPr>
        <a:xfrm>
          <a:off x="1208118" y="2851112"/>
          <a:ext cx="2159094" cy="215909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IQR (Interquartile Range) Method</a:t>
          </a:r>
          <a:endParaRPr lang="en-US" sz="1700" kern="1200"/>
        </a:p>
      </dsp:txBody>
      <dsp:txXfrm>
        <a:off x="1313516" y="2956510"/>
        <a:ext cx="1948298" cy="1948298"/>
      </dsp:txXfrm>
    </dsp:sp>
    <dsp:sp modelId="{FB6C31E9-9668-4540-B35C-80482729FBC2}">
      <dsp:nvSpPr>
        <dsp:cNvPr id="0" name=""/>
        <dsp:cNvSpPr/>
      </dsp:nvSpPr>
      <dsp:spPr>
        <a:xfrm>
          <a:off x="3533298" y="2851112"/>
          <a:ext cx="2159094" cy="21590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Boxplots visualize the outliers for:</a:t>
          </a:r>
          <a:br>
            <a:rPr lang="en-US" sz="1700" kern="1200"/>
          </a:br>
          <a:r>
            <a:rPr lang="en-US" sz="1700" kern="1200"/>
            <a:t>Weight, ProductVisibility, MRP, and EstablishmentYear.</a:t>
          </a:r>
        </a:p>
      </dsp:txBody>
      <dsp:txXfrm>
        <a:off x="3638696" y="2956510"/>
        <a:ext cx="1948298" cy="19482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71564-BA01-41B7-A6D9-478EEF6941F6}">
      <dsp:nvSpPr>
        <dsp:cNvPr id="0" name=""/>
        <dsp:cNvSpPr/>
      </dsp:nvSpPr>
      <dsp:spPr>
        <a:xfrm>
          <a:off x="0" y="83910"/>
          <a:ext cx="6900512" cy="1272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Outliers are replaced with the column mean using:</a:t>
          </a:r>
        </a:p>
      </dsp:txBody>
      <dsp:txXfrm>
        <a:off x="62141" y="146051"/>
        <a:ext cx="6776230" cy="1148678"/>
      </dsp:txXfrm>
    </dsp:sp>
    <dsp:sp modelId="{16F7D4EB-8ABE-4978-AEB6-786A20FD5F47}">
      <dsp:nvSpPr>
        <dsp:cNvPr id="0" name=""/>
        <dsp:cNvSpPr/>
      </dsp:nvSpPr>
      <dsp:spPr>
        <a:xfrm>
          <a:off x="0" y="1449030"/>
          <a:ext cx="6900512" cy="127296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Z-Score Method</a:t>
          </a:r>
          <a:endParaRPr lang="en-US" sz="3200" kern="1200" dirty="0"/>
        </a:p>
      </dsp:txBody>
      <dsp:txXfrm>
        <a:off x="62141" y="1511171"/>
        <a:ext cx="6776230" cy="1148678"/>
      </dsp:txXfrm>
    </dsp:sp>
    <dsp:sp modelId="{CA428728-9B27-4D19-B795-491FB7F94928}">
      <dsp:nvSpPr>
        <dsp:cNvPr id="0" name=""/>
        <dsp:cNvSpPr/>
      </dsp:nvSpPr>
      <dsp:spPr>
        <a:xfrm>
          <a:off x="0" y="2814150"/>
          <a:ext cx="6900512" cy="127296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IQR Method</a:t>
          </a:r>
          <a:endParaRPr lang="en-US" sz="3200" kern="1200"/>
        </a:p>
      </dsp:txBody>
      <dsp:txXfrm>
        <a:off x="62141" y="2876291"/>
        <a:ext cx="6776230" cy="1148678"/>
      </dsp:txXfrm>
    </dsp:sp>
    <dsp:sp modelId="{F7780C0D-F6B0-4F2A-B08F-5537FE00B0BE}">
      <dsp:nvSpPr>
        <dsp:cNvPr id="0" name=""/>
        <dsp:cNvSpPr/>
      </dsp:nvSpPr>
      <dsp:spPr>
        <a:xfrm>
          <a:off x="0" y="4179270"/>
          <a:ext cx="6900512" cy="12729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This ensures the data becomes more consistent and normally distributed.</a:t>
          </a:r>
        </a:p>
      </dsp:txBody>
      <dsp:txXfrm>
        <a:off x="62141" y="4241411"/>
        <a:ext cx="6776230" cy="11486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DBE195-332F-4507-85FD-653B7907245B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3F5B5-47D1-4BA4-BBBF-2D75A60651CF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3C360-4012-4E6A-8E8D-FC5D530B97A7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Categorical columns such as:</a:t>
          </a:r>
          <a:br>
            <a:rPr lang="en-US" sz="2300" kern="1200"/>
          </a:br>
          <a:r>
            <a:rPr lang="en-US" sz="2300" kern="1200"/>
            <a:t>FatContent, ProductType, OutletSize, LocationType, and OutletType</a:t>
          </a:r>
          <a:br>
            <a:rPr lang="en-US" sz="2300" kern="1200"/>
          </a:br>
          <a:r>
            <a:rPr lang="en-US" sz="2300" kern="1200"/>
            <a:t>are transformed into numerical values using </a:t>
          </a:r>
          <a:r>
            <a:rPr lang="en-US" sz="2300" b="1" kern="1200"/>
            <a:t>One-Hot Encoding</a:t>
          </a:r>
          <a:r>
            <a:rPr lang="en-US" sz="2300" kern="1200"/>
            <a:t>.</a:t>
          </a:r>
        </a:p>
      </dsp:txBody>
      <dsp:txXfrm>
        <a:off x="1509882" y="708097"/>
        <a:ext cx="9005717" cy="1307257"/>
      </dsp:txXfrm>
    </dsp:sp>
    <dsp:sp modelId="{969D9370-19A1-404C-B34F-C32298FE7DBA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E6607-8821-4F48-B808-5D12CB4D626D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8A4E3-2C44-4589-BAED-D6A8AD028AC9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prepares the data for statistical analysis or machine learning models.</a:t>
          </a:r>
        </a:p>
      </dsp:txBody>
      <dsp:txXfrm>
        <a:off x="1509882" y="2342169"/>
        <a:ext cx="9005717" cy="13072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E53C4-57D6-4C3C-B43F-DDA6EF97A879}">
      <dsp:nvSpPr>
        <dsp:cNvPr id="0" name=""/>
        <dsp:cNvSpPr/>
      </dsp:nvSpPr>
      <dsp:spPr>
        <a:xfrm>
          <a:off x="68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265991-DE8C-46FA-9880-8113ADF3A728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C0ACD-154F-40AD-BB22-BB40EA695584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The app includes four types of visual analysis:</a:t>
          </a:r>
        </a:p>
      </dsp:txBody>
      <dsp:txXfrm>
        <a:off x="333914" y="2456402"/>
        <a:ext cx="1800000" cy="720000"/>
      </dsp:txXfrm>
    </dsp:sp>
    <dsp:sp modelId="{BF86D9AE-9BE6-4A74-A382-23F88CFBD012}">
      <dsp:nvSpPr>
        <dsp:cNvPr id="0" name=""/>
        <dsp:cNvSpPr/>
      </dsp:nvSpPr>
      <dsp:spPr>
        <a:xfrm>
          <a:off x="279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505F66-0BFE-41DB-806E-87EF141D9646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9A01A-3ADC-4A28-A6B9-CABF70F0ABB5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Numerical Distribution</a:t>
          </a:r>
          <a:r>
            <a:rPr lang="en-US" sz="1200" kern="1200"/>
            <a:t> – histograms with KDE curves.</a:t>
          </a:r>
        </a:p>
      </dsp:txBody>
      <dsp:txXfrm>
        <a:off x="2448914" y="2456402"/>
        <a:ext cx="1800000" cy="720000"/>
      </dsp:txXfrm>
    </dsp:sp>
    <dsp:sp modelId="{09C65BCD-9A74-43B4-8188-5AFA62CE4761}">
      <dsp:nvSpPr>
        <dsp:cNvPr id="0" name=""/>
        <dsp:cNvSpPr/>
      </dsp:nvSpPr>
      <dsp:spPr>
        <a:xfrm>
          <a:off x="491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F58A5-E7B4-49B4-BB42-4DD9CD179420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21F54-61BE-4AC4-A533-E5217DF20331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Outliers</a:t>
          </a:r>
          <a:r>
            <a:rPr lang="en-US" sz="1200" kern="1200"/>
            <a:t> – boxplots for numeric features.</a:t>
          </a:r>
        </a:p>
      </dsp:txBody>
      <dsp:txXfrm>
        <a:off x="4563914" y="2456402"/>
        <a:ext cx="1800000" cy="720000"/>
      </dsp:txXfrm>
    </dsp:sp>
    <dsp:sp modelId="{BCB6FBAE-490B-40FB-8D3D-681360881DF7}">
      <dsp:nvSpPr>
        <dsp:cNvPr id="0" name=""/>
        <dsp:cNvSpPr/>
      </dsp:nvSpPr>
      <dsp:spPr>
        <a:xfrm>
          <a:off x="702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6DDC8-626C-467F-A6AD-93B5C622D961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A2D35-5CD4-4D87-9234-2D75BB2057CB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Category Analysis</a:t>
          </a:r>
          <a:r>
            <a:rPr lang="en-US" sz="1200" kern="1200"/>
            <a:t> – count plots for categorical columns.</a:t>
          </a:r>
        </a:p>
      </dsp:txBody>
      <dsp:txXfrm>
        <a:off x="6678914" y="2456402"/>
        <a:ext cx="1800000" cy="720000"/>
      </dsp:txXfrm>
    </dsp:sp>
    <dsp:sp modelId="{DC0C61F1-877F-48A3-8C6F-83F1F0167F4B}">
      <dsp:nvSpPr>
        <dsp:cNvPr id="0" name=""/>
        <dsp:cNvSpPr/>
      </dsp:nvSpPr>
      <dsp:spPr>
        <a:xfrm>
          <a:off x="914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8FA58-9442-48A0-AFF7-11CBEEE56275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7FEEB-DE7D-4710-9D39-4B6B3137FCCE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Correlation</a:t>
          </a:r>
          <a:r>
            <a:rPr lang="en-US" sz="1200" kern="1200"/>
            <a:t> – heatmap showing numeric relationships.</a:t>
          </a:r>
        </a:p>
      </dsp:txBody>
      <dsp:txXfrm>
        <a:off x="8793914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338F2-DF05-4C20-1D34-E5AB62E00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44204-9007-14BE-4ED9-1656A6B0B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4BF86-1B91-911D-1D5C-F6843055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99570-3BEE-802D-58A1-53C4C40D8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78B60-7FC9-3606-A910-218E2A93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30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AE61-0F19-5BDE-DB7A-AFE939EF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5280-A5F2-27A3-0E5D-49ABDAA0C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7FF6E-26A4-2C57-B073-54769C34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B414-8A6C-CD28-D4ED-62C899A5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671B9-20A7-5CC1-B8B0-038ED1CA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72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8220-9940-D35C-46F0-195AB9135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5987E-4F1E-769C-FF51-380E4F03A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2CC88-BA96-562B-AD98-AC203D2AD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EBC56-1A8D-FB13-4497-72372F0D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00D0D-C2CD-BD8A-4DD7-0A970C17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18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BDB6-CC7F-9696-94CB-29E440165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F10EA-6E2F-864B-00D4-8ACE5A6AB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A6D08-F02D-9027-086D-CCA8FC468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543C3-BAAC-DB82-CCCC-95FAA9C84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DE540-9A7D-8714-1540-C83FC2D4A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D2332-E1CB-9488-7ED0-3DC23EB0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04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0FB86-236B-4397-48B2-04C67413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BE521-0CB3-3A73-4DE9-E1FFCB401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179F9-1051-2DAC-5211-1110EDE89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11E70-A228-4528-385E-C889A76B6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9FBC16-D797-627F-7DC0-C7CBB6142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06F61C-5F79-1CF0-0AE7-0F40EDF4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1872D-869D-F5D0-2E11-4705C5CC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D2C11-3551-AF66-C44F-66CDB4B2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47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FBF52-3ED8-5F59-4E4B-F6B1423C8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A3E1FC-E4F2-19D0-7D70-EA0221BD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71EAA-353A-CE59-2FD7-5B614ED7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53E74-7AA8-5C46-B639-664424C54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5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B50B4-DB4D-8A37-0714-02789FE1D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C0D7C1-2831-3236-2E88-FA1286D6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14699-5D9A-C820-ED1A-32D93A5AB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8AD0C-2DF6-1CB2-2CA1-AB95CB8C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7A872-E2A6-ED20-4972-2E752931A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172E2-6C6B-EEC3-0526-7675061FB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2C5E7-F08B-298C-340E-1821845EB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28168-0F41-71DE-B2BC-AA515AAB8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9D50C-2586-2DB1-BC7D-7D39D2B8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4E14-DD37-0CBD-C10B-0A87C30E6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8BA88E-1AD4-60B5-DD2B-67FF1A310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4207D-4DA7-ACCF-B0C9-068521A41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EBCA9-B877-765A-2870-6A56B37B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DB8D3-427D-3334-C508-43773ECB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E7037-9E81-B05D-BAE5-4F7DC075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4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C867-19E1-3571-6BE4-DF0CF919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D79CF-36B8-5349-90E2-D5E790B6B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D4B62-5A84-8407-2C7B-90AC79AF9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D4FCD-DC33-D6AD-C3AC-894B7A91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3C409-F1D8-A7A7-27B7-2F94BDE2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6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A1926-E46F-C9D1-52B8-C80C5ACB0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9D21A-CBC0-FC3E-FA69-56E7BA970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25058-6D4B-A848-8387-20C53897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12CCF-6E54-0D14-B291-5BD98A8AC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70AD-F39E-E84F-B3A2-9A82D98A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5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6CAD8E-9408-C08E-7E94-2C3DF6FF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04CC3-8142-0123-D7EF-DCCFB6C2B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4214B-9B8F-0C8D-219F-A99B87352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56444-6372-47CC-9B0F-9F98576DEFE2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99EB1-910B-A898-BC04-8EA0F5080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E8294-871D-FA65-FB35-E7E7CF545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3F231-6BE9-4856-BF23-C61C7366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4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29661-29BB-7D18-0B37-165163C9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b="1">
                <a:solidFill>
                  <a:srgbClr val="FFFFFF"/>
                </a:solidFill>
              </a:rPr>
              <a:t>Big Mart Data Analysis App</a:t>
            </a:r>
            <a:endParaRPr lang="en-US" sz="8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8D993-A7DB-7812-C954-DCD66940D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7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2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5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238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D6BBB-FB21-9F9B-64FA-BD7B2DD0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C53C0-BCDE-145A-9BD2-E4474022A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This </a:t>
            </a:r>
            <a:r>
              <a:rPr lang="en-US" sz="2400" dirty="0" err="1"/>
              <a:t>Streamlit</a:t>
            </a:r>
            <a:r>
              <a:rPr lang="en-US" sz="2400" dirty="0"/>
              <a:t> app analyzes the </a:t>
            </a:r>
            <a:r>
              <a:rPr lang="en-US" sz="2400" i="1" dirty="0"/>
              <a:t>Big Mart</a:t>
            </a:r>
            <a:r>
              <a:rPr lang="en-US" sz="2400" dirty="0"/>
              <a:t> dataset.</a:t>
            </a:r>
            <a:br>
              <a:rPr lang="en-US" sz="2400" dirty="0"/>
            </a:br>
            <a:r>
              <a:rPr lang="en-US" sz="2400" dirty="0"/>
              <a:t>It allows users to explore, clean, and visualize data interactively through sidebar options.</a:t>
            </a:r>
          </a:p>
        </p:txBody>
      </p:sp>
    </p:spTree>
    <p:extLst>
      <p:ext uri="{BB962C8B-B14F-4D97-AF65-F5344CB8AC3E}">
        <p14:creationId xmlns:p14="http://schemas.microsoft.com/office/powerpoint/2010/main" val="1319241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7F9B2-88AA-73BE-DF46-5F46DCFBF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6100"/>
              <a:t>Dataset Overview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AF894-B09E-8903-6A7B-56DEF8573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n-US" sz="2000"/>
              <a:t>The dataset contains sales data from Big Mart stores.</a:t>
            </a:r>
            <a:br>
              <a:rPr lang="en-US" sz="2000"/>
            </a:br>
            <a:r>
              <a:rPr lang="en-US" sz="2000"/>
              <a:t>Main columns include:</a:t>
            </a:r>
          </a:p>
          <a:p>
            <a:r>
              <a:rPr lang="en-US" sz="2000" b="1"/>
              <a:t>Weight</a:t>
            </a:r>
            <a:r>
              <a:rPr lang="en-US" sz="2000"/>
              <a:t> – product weight</a:t>
            </a:r>
          </a:p>
          <a:p>
            <a:r>
              <a:rPr lang="en-US" sz="2000" b="1"/>
              <a:t>ProductVisibility</a:t>
            </a:r>
            <a:r>
              <a:rPr lang="en-US" sz="2000"/>
              <a:t> – visibility of the product in the store</a:t>
            </a:r>
          </a:p>
          <a:p>
            <a:r>
              <a:rPr lang="en-US" sz="2000" b="1"/>
              <a:t>MRP</a:t>
            </a:r>
            <a:r>
              <a:rPr lang="en-US" sz="2000"/>
              <a:t> – maximum retail price</a:t>
            </a:r>
          </a:p>
          <a:p>
            <a:r>
              <a:rPr lang="en-US" sz="2000" b="1"/>
              <a:t>OutletSize</a:t>
            </a:r>
            <a:r>
              <a:rPr lang="en-US" sz="2000"/>
              <a:t>, </a:t>
            </a:r>
            <a:r>
              <a:rPr lang="en-US" sz="2000" b="1"/>
              <a:t>OutletType</a:t>
            </a:r>
            <a:r>
              <a:rPr lang="en-US" sz="2000"/>
              <a:t>, </a:t>
            </a:r>
            <a:r>
              <a:rPr lang="en-US" sz="2000" b="1"/>
              <a:t>LocationType</a:t>
            </a:r>
            <a:r>
              <a:rPr lang="en-US" sz="2000"/>
              <a:t> – store characteristics</a:t>
            </a:r>
          </a:p>
          <a:p>
            <a:r>
              <a:rPr lang="en-US" sz="2000" b="1"/>
              <a:t>EstablishmentYear</a:t>
            </a:r>
            <a:r>
              <a:rPr lang="en-US" sz="2000"/>
              <a:t> – year the store was established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60497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D7E9-0F64-B195-0871-293E91D3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Handling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B0A9AA-2B9C-D6BB-DB40-C580B17920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0015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63388-EF47-1A9C-6D44-276384006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Sidebar Menu Options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061F2F-B411-0FD9-5136-20DFE7175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422584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9639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5BEFA-0812-65A3-AF33-77E33D32A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/>
              <a:t>Handling Missing Values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E72259-5290-AB83-DF52-5A3EA0DDC6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35398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3762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56EA8-3873-9CB8-00B5-A501860B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Outlier Detection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3469CB-5F3C-A3B9-E0F9-BC2F9405D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780414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7080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574CF-C7E0-31A9-E52E-994B490BF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Fixing Outliers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639106-2C9F-3040-4AE1-866412177A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12395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6511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58E4C-9A98-30B9-DFC1-DA9DE104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Handling Categorical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76E870-F2D5-A5B2-8ED4-7D763D169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48474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4421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23B0C-2468-DE0F-1EF9-41974756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Visualization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713DAE-52E0-5EC3-3985-D53400E2A9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38478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6152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374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Big Mart Data Analysis App</vt:lpstr>
      <vt:lpstr>Introduction</vt:lpstr>
      <vt:lpstr>Dataset Overview</vt:lpstr>
      <vt:lpstr>Error Handling</vt:lpstr>
      <vt:lpstr>Sidebar Menu Options </vt:lpstr>
      <vt:lpstr>Handling Missing Values</vt:lpstr>
      <vt:lpstr>Outlier Detection</vt:lpstr>
      <vt:lpstr>Fixing Outliers</vt:lpstr>
      <vt:lpstr>Handling Categorical Data</vt:lpstr>
      <vt:lpstr>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حمزه فواز ضافي الشرعه</dc:creator>
  <cp:lastModifiedBy>حمزه فواز ضافي الشرعه</cp:lastModifiedBy>
  <cp:revision>1</cp:revision>
  <dcterms:created xsi:type="dcterms:W3CDTF">2025-10-07T10:17:19Z</dcterms:created>
  <dcterms:modified xsi:type="dcterms:W3CDTF">2025-10-07T10:48:54Z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4e309d-6359-4367-9d03-e248bac620e6_Enabled">
    <vt:lpwstr>true</vt:lpwstr>
  </property>
  <property fmtid="{D5CDD505-2E9C-101B-9397-08002B2CF9AE}" pid="3" name="MSIP_Label_284e309d-6359-4367-9d03-e248bac620e6_SetDate">
    <vt:lpwstr>2025-10-07T10:26:37Z</vt:lpwstr>
  </property>
  <property fmtid="{D5CDD505-2E9C-101B-9397-08002B2CF9AE}" pid="4" name="MSIP_Label_284e309d-6359-4367-9d03-e248bac620e6_Method">
    <vt:lpwstr>Standard</vt:lpwstr>
  </property>
  <property fmtid="{D5CDD505-2E9C-101B-9397-08002B2CF9AE}" pid="5" name="MSIP_Label_284e309d-6359-4367-9d03-e248bac620e6_Name">
    <vt:lpwstr>defa4170-0d19-0005-0004-bc88714345d2</vt:lpwstr>
  </property>
  <property fmtid="{D5CDD505-2E9C-101B-9397-08002B2CF9AE}" pid="6" name="MSIP_Label_284e309d-6359-4367-9d03-e248bac620e6_SiteId">
    <vt:lpwstr>4bf7cbc0-71a9-4cae-9625-6dc374768c3e</vt:lpwstr>
  </property>
  <property fmtid="{D5CDD505-2E9C-101B-9397-08002B2CF9AE}" pid="7" name="MSIP_Label_284e309d-6359-4367-9d03-e248bac620e6_ActionId">
    <vt:lpwstr>1848df87-9407-4738-8594-a57d24142734</vt:lpwstr>
  </property>
  <property fmtid="{D5CDD505-2E9C-101B-9397-08002B2CF9AE}" pid="8" name="MSIP_Label_284e309d-6359-4367-9d03-e248bac620e6_ContentBits">
    <vt:lpwstr>0</vt:lpwstr>
  </property>
  <property fmtid="{D5CDD505-2E9C-101B-9397-08002B2CF9AE}" pid="9" name="MSIP_Label_284e309d-6359-4367-9d03-e248bac620e6_Tag">
    <vt:lpwstr>10, 3, 0, 1</vt:lpwstr>
  </property>
</Properties>
</file>